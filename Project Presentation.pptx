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5" r:id="rId9"/>
    <p:sldId id="284" r:id="rId10"/>
    <p:sldId id="286" r:id="rId11"/>
    <p:sldId id="280" r:id="rId12"/>
    <p:sldId id="287" r:id="rId13"/>
    <p:sldId id="267" r:id="rId14"/>
    <p:sldId id="282" r:id="rId15"/>
    <p:sldId id="285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B44D41-7B93-40E0-8043-43C5F331F14C}" v="192" dt="2025-12-18T14:55:45.792"/>
    <p1510:client id="{EEAF61F9-70D0-45E7-9B4B-8FE7A40D93AD}" v="1" dt="2025-12-17T18:20:30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wais Asghar" userId="4e531a22-1881-423e-b958-a671f924ba4b" providerId="ADAL" clId="{EEAF61F9-70D0-45E7-9B4B-8FE7A40D93AD}"/>
    <pc:docChg chg="custSel addSld delSld modSld">
      <pc:chgData name="Awais Asghar" userId="4e531a22-1881-423e-b958-a671f924ba4b" providerId="ADAL" clId="{EEAF61F9-70D0-45E7-9B4B-8FE7A40D93AD}" dt="2025-12-17T18:21:41.131" v="111" actId="47"/>
      <pc:docMkLst>
        <pc:docMk/>
      </pc:docMkLst>
      <pc:sldChg chg="addSp delSp modSp mod">
        <pc:chgData name="Awais Asghar" userId="4e531a22-1881-423e-b958-a671f924ba4b" providerId="ADAL" clId="{EEAF61F9-70D0-45E7-9B4B-8FE7A40D93AD}" dt="2025-12-17T18:21:26.162" v="109" actId="20577"/>
        <pc:sldMkLst>
          <pc:docMk/>
          <pc:sldMk cId="314726524" sldId="256"/>
        </pc:sldMkLst>
        <pc:spChg chg="mod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2" creationId="{D6E9FD11-24E3-52EC-BB26-C93200B19E9E}"/>
          </ac:spMkLst>
        </pc:spChg>
        <pc:spChg chg="mod">
          <ac:chgData name="Awais Asghar" userId="4e531a22-1881-423e-b958-a671f924ba4b" providerId="ADAL" clId="{EEAF61F9-70D0-45E7-9B4B-8FE7A40D93AD}" dt="2025-12-17T18:21:26.162" v="109" actId="20577"/>
          <ac:spMkLst>
            <pc:docMk/>
            <pc:sldMk cId="314726524" sldId="256"/>
            <ac:spMk id="3" creationId="{CC821DBF-BBE8-5AA1-BC0B-B7125BCDD11D}"/>
          </ac:spMkLst>
        </pc:spChg>
        <pc:spChg chg="del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11" creationId="{1CDD8E39-EA14-4679-9655-1BFF5A7B63EE}"/>
          </ac:spMkLst>
        </pc:spChg>
        <pc:spChg chg="del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12" creationId="{13B7BB51-92B8-4089-8DAB-1202A4D1C6A3}"/>
          </ac:spMkLst>
        </pc:spChg>
        <pc:spChg chg="add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18" creationId="{13B7BB51-92B8-4089-8DAB-1202A4D1C6A3}"/>
          </ac:spMkLst>
        </pc:spChg>
        <pc:spChg chg="add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20" creationId="{3488F6DB-AE81-4C8D-B1F2-045AB0C89A80}"/>
          </ac:spMkLst>
        </pc:spChg>
        <pc:spChg chg="add">
          <ac:chgData name="Awais Asghar" userId="4e531a22-1881-423e-b958-a671f924ba4b" providerId="ADAL" clId="{EEAF61F9-70D0-45E7-9B4B-8FE7A40D93AD}" dt="2025-12-17T18:19:56.707" v="3" actId="26606"/>
          <ac:spMkLst>
            <pc:docMk/>
            <pc:sldMk cId="314726524" sldId="256"/>
            <ac:spMk id="22" creationId="{721F817A-BF7E-440D-B296-66D86EDB067C}"/>
          </ac:spMkLst>
        </pc:spChg>
        <pc:picChg chg="mod">
          <ac:chgData name="Awais Asghar" userId="4e531a22-1881-423e-b958-a671f924ba4b" providerId="ADAL" clId="{EEAF61F9-70D0-45E7-9B4B-8FE7A40D93AD}" dt="2025-12-17T18:19:56.707" v="3" actId="26606"/>
          <ac:picMkLst>
            <pc:docMk/>
            <pc:sldMk cId="314726524" sldId="256"/>
            <ac:picMk id="13" creationId="{AF2B6C67-E2A6-BDE8-BA97-77C8F8804252}"/>
          </ac:picMkLst>
        </pc:picChg>
      </pc:sldChg>
      <pc:sldChg chg="del">
        <pc:chgData name="Awais Asghar" userId="4e531a22-1881-423e-b958-a671f924ba4b" providerId="ADAL" clId="{EEAF61F9-70D0-45E7-9B4B-8FE7A40D93AD}" dt="2025-12-17T18:21:41.131" v="111" actId="47"/>
        <pc:sldMkLst>
          <pc:docMk/>
          <pc:sldMk cId="3546356036" sldId="257"/>
        </pc:sldMkLst>
      </pc:sldChg>
      <pc:sldChg chg="new">
        <pc:chgData name="Awais Asghar" userId="4e531a22-1881-423e-b958-a671f924ba4b" providerId="ADAL" clId="{EEAF61F9-70D0-45E7-9B4B-8FE7A40D93AD}" dt="2025-12-17T18:21:38.513" v="110" actId="680"/>
        <pc:sldMkLst>
          <pc:docMk/>
          <pc:sldMk cId="1920931489" sldId="258"/>
        </pc:sldMkLst>
      </pc:sldChg>
    </pc:docChg>
  </pc:docChgLst>
  <pc:docChgLst>
    <pc:chgData name="Awais Asghar" userId="4e531a22-1881-423e-b958-a671f924ba4b" providerId="ADAL" clId="{C9B44D41-7B93-40E0-8043-43C5F331F14C}"/>
    <pc:docChg chg="undo custSel addSld delSld modSld sldOrd">
      <pc:chgData name="Awais Asghar" userId="4e531a22-1881-423e-b958-a671f924ba4b" providerId="ADAL" clId="{C9B44D41-7B93-40E0-8043-43C5F331F14C}" dt="2025-12-18T14:55:58.923" v="1220" actId="1076"/>
      <pc:docMkLst>
        <pc:docMk/>
      </pc:docMkLst>
      <pc:sldChg chg="addSp modSp mod">
        <pc:chgData name="Awais Asghar" userId="4e531a22-1881-423e-b958-a671f924ba4b" providerId="ADAL" clId="{C9B44D41-7B93-40E0-8043-43C5F331F14C}" dt="2025-12-18T05:45:08.105" v="45" actId="1076"/>
        <pc:sldMkLst>
          <pc:docMk/>
          <pc:sldMk cId="314726524" sldId="256"/>
        </pc:sldMkLst>
        <pc:spChg chg="mod">
          <ac:chgData name="Awais Asghar" userId="4e531a22-1881-423e-b958-a671f924ba4b" providerId="ADAL" clId="{C9B44D41-7B93-40E0-8043-43C5F331F14C}" dt="2025-12-18T05:44:50.834" v="43" actId="1076"/>
          <ac:spMkLst>
            <pc:docMk/>
            <pc:sldMk cId="314726524" sldId="256"/>
            <ac:spMk id="2" creationId="{D6E9FD11-24E3-52EC-BB26-C93200B19E9E}"/>
          </ac:spMkLst>
        </pc:spChg>
        <pc:spChg chg="add mod">
          <ac:chgData name="Awais Asghar" userId="4e531a22-1881-423e-b958-a671f924ba4b" providerId="ADAL" clId="{C9B44D41-7B93-40E0-8043-43C5F331F14C}" dt="2025-12-18T05:45:08.105" v="45" actId="1076"/>
          <ac:spMkLst>
            <pc:docMk/>
            <pc:sldMk cId="314726524" sldId="256"/>
            <ac:spMk id="4" creationId="{3C768F08-A6CF-AA09-25E3-EDAAFCB55627}"/>
          </ac:spMkLst>
        </pc:spChg>
        <pc:picChg chg="mod">
          <ac:chgData name="Awais Asghar" userId="4e531a22-1881-423e-b958-a671f924ba4b" providerId="ADAL" clId="{C9B44D41-7B93-40E0-8043-43C5F331F14C}" dt="2025-12-18T05:43:58.216" v="13" actId="1076"/>
          <ac:picMkLst>
            <pc:docMk/>
            <pc:sldMk cId="314726524" sldId="256"/>
            <ac:picMk id="13" creationId="{AF2B6C67-E2A6-BDE8-BA97-77C8F8804252}"/>
          </ac:picMkLst>
        </pc:picChg>
      </pc:sldChg>
      <pc:sldChg chg="addSp delSp modSp mod setBg">
        <pc:chgData name="Awais Asghar" userId="4e531a22-1881-423e-b958-a671f924ba4b" providerId="ADAL" clId="{C9B44D41-7B93-40E0-8043-43C5F331F14C}" dt="2025-12-18T10:01:25.937" v="1098" actId="122"/>
        <pc:sldMkLst>
          <pc:docMk/>
          <pc:sldMk cId="1920931489" sldId="258"/>
        </pc:sldMkLst>
        <pc:spChg chg="mod">
          <ac:chgData name="Awais Asghar" userId="4e531a22-1881-423e-b958-a671f924ba4b" providerId="ADAL" clId="{C9B44D41-7B93-40E0-8043-43C5F331F14C}" dt="2025-12-18T10:01:25.937" v="1098" actId="122"/>
          <ac:spMkLst>
            <pc:docMk/>
            <pc:sldMk cId="1920931489" sldId="258"/>
            <ac:spMk id="2" creationId="{136D873A-95D0-9C18-E183-300B6DA65994}"/>
          </ac:spMkLst>
        </pc:spChg>
        <pc:spChg chg="mod">
          <ac:chgData name="Awais Asghar" userId="4e531a22-1881-423e-b958-a671f924ba4b" providerId="ADAL" clId="{C9B44D41-7B93-40E0-8043-43C5F331F14C}" dt="2025-12-18T08:25:39.631" v="678"/>
          <ac:spMkLst>
            <pc:docMk/>
            <pc:sldMk cId="1920931489" sldId="258"/>
            <ac:spMk id="3" creationId="{103B1C2F-6082-834B-132B-4BE640E08F21}"/>
          </ac:spMkLst>
        </pc:spChg>
        <pc:spChg chg="add del">
          <ac:chgData name="Awais Asghar" userId="4e531a22-1881-423e-b958-a671f924ba4b" providerId="ADAL" clId="{C9B44D41-7B93-40E0-8043-43C5F331F14C}" dt="2025-12-18T05:51:42.007" v="72" actId="26606"/>
          <ac:spMkLst>
            <pc:docMk/>
            <pc:sldMk cId="1920931489" sldId="258"/>
            <ac:spMk id="8" creationId="{E8009B31-EE3C-4DCE-88F0-EA3FE2AB8744}"/>
          </ac:spMkLst>
        </pc:spChg>
        <pc:spChg chg="add del">
          <ac:chgData name="Awais Asghar" userId="4e531a22-1881-423e-b958-a671f924ba4b" providerId="ADAL" clId="{C9B44D41-7B93-40E0-8043-43C5F331F14C}" dt="2025-12-18T05:51:36.655" v="70" actId="26606"/>
          <ac:spMkLst>
            <pc:docMk/>
            <pc:sldMk cId="1920931489" sldId="258"/>
            <ac:spMk id="9" creationId="{79BB35BC-D5C2-4C8B-A22A-A71E6191913B}"/>
          </ac:spMkLst>
        </pc:spChg>
        <pc:spChg chg="add del">
          <ac:chgData name="Awais Asghar" userId="4e531a22-1881-423e-b958-a671f924ba4b" providerId="ADAL" clId="{C9B44D41-7B93-40E0-8043-43C5F331F14C}" dt="2025-12-18T05:51:42.007" v="72" actId="26606"/>
          <ac:spMkLst>
            <pc:docMk/>
            <pc:sldMk cId="1920931489" sldId="258"/>
            <ac:spMk id="10" creationId="{A82D9556-7EB0-4226-B5CF-E48584DA6B83}"/>
          </ac:spMkLst>
        </pc:spChg>
        <pc:spChg chg="add">
          <ac:chgData name="Awais Asghar" userId="4e531a22-1881-423e-b958-a671f924ba4b" providerId="ADAL" clId="{C9B44D41-7B93-40E0-8043-43C5F331F14C}" dt="2025-12-18T05:51:42.051" v="73" actId="26606"/>
          <ac:spMkLst>
            <pc:docMk/>
            <pc:sldMk cId="1920931489" sldId="258"/>
            <ac:spMk id="12" creationId="{A0339EE9-5436-4860-BBFC-7CD7C90DBAE8}"/>
          </ac:spMkLst>
        </pc:spChg>
        <pc:spChg chg="add">
          <ac:chgData name="Awais Asghar" userId="4e531a22-1881-423e-b958-a671f924ba4b" providerId="ADAL" clId="{C9B44D41-7B93-40E0-8043-43C5F331F14C}" dt="2025-12-18T05:51:42.051" v="73" actId="26606"/>
          <ac:spMkLst>
            <pc:docMk/>
            <pc:sldMk cId="1920931489" sldId="258"/>
            <ac:spMk id="13" creationId="{AA770EBD-5B77-46EC-BF58-EF27ACD6B47C}"/>
          </ac:spMkLst>
        </pc:spChg>
        <pc:picChg chg="add del">
          <ac:chgData name="Awais Asghar" userId="4e531a22-1881-423e-b958-a671f924ba4b" providerId="ADAL" clId="{C9B44D41-7B93-40E0-8043-43C5F331F14C}" dt="2025-12-18T05:51:36.655" v="70" actId="26606"/>
          <ac:picMkLst>
            <pc:docMk/>
            <pc:sldMk cId="1920931489" sldId="258"/>
            <ac:picMk id="5" creationId="{6156E7BB-C89A-2C5C-0DD0-269F548F8920}"/>
          </ac:picMkLst>
        </pc:picChg>
      </pc:sldChg>
      <pc:sldChg chg="addSp delSp modSp new mod setBg">
        <pc:chgData name="Awais Asghar" userId="4e531a22-1881-423e-b958-a671f924ba4b" providerId="ADAL" clId="{C9B44D41-7B93-40E0-8043-43C5F331F14C}" dt="2025-12-18T10:01:19.268" v="1097" actId="122"/>
        <pc:sldMkLst>
          <pc:docMk/>
          <pc:sldMk cId="3591478109" sldId="259"/>
        </pc:sldMkLst>
        <pc:spChg chg="mod">
          <ac:chgData name="Awais Asghar" userId="4e531a22-1881-423e-b958-a671f924ba4b" providerId="ADAL" clId="{C9B44D41-7B93-40E0-8043-43C5F331F14C}" dt="2025-12-18T10:01:19.268" v="1097" actId="122"/>
          <ac:spMkLst>
            <pc:docMk/>
            <pc:sldMk cId="3591478109" sldId="259"/>
            <ac:spMk id="2" creationId="{2E285031-0767-D9CE-3B03-42AD9CA4ADF6}"/>
          </ac:spMkLst>
        </pc:spChg>
        <pc:spChg chg="add del mod">
          <ac:chgData name="Awais Asghar" userId="4e531a22-1881-423e-b958-a671f924ba4b" providerId="ADAL" clId="{C9B44D41-7B93-40E0-8043-43C5F331F14C}" dt="2025-12-18T05:53:33.067" v="101" actId="26606"/>
          <ac:spMkLst>
            <pc:docMk/>
            <pc:sldMk cId="3591478109" sldId="259"/>
            <ac:spMk id="3" creationId="{B92E81B3-7E32-950A-5AE4-20A523695333}"/>
          </ac:spMkLst>
        </pc:spChg>
        <pc:spChg chg="add">
          <ac:chgData name="Awais Asghar" userId="4e531a22-1881-423e-b958-a671f924ba4b" providerId="ADAL" clId="{C9B44D41-7B93-40E0-8043-43C5F331F14C}" dt="2025-12-18T05:53:33.067" v="101" actId="26606"/>
          <ac:spMkLst>
            <pc:docMk/>
            <pc:sldMk cId="3591478109" sldId="259"/>
            <ac:spMk id="9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5:53:33.067" v="101" actId="26606"/>
          <ac:spMkLst>
            <pc:docMk/>
            <pc:sldMk cId="3591478109" sldId="259"/>
            <ac:spMk id="11" creationId="{355161C6-1218-4EAF-A9E9-A319CFD760C9}"/>
          </ac:spMkLst>
        </pc:spChg>
        <pc:graphicFrameChg chg="add del">
          <ac:chgData name="Awais Asghar" userId="4e531a22-1881-423e-b958-a671f924ba4b" providerId="ADAL" clId="{C9B44D41-7B93-40E0-8043-43C5F331F14C}" dt="2025-12-18T05:53:26.618" v="98" actId="26606"/>
          <ac:graphicFrameMkLst>
            <pc:docMk/>
            <pc:sldMk cId="3591478109" sldId="259"/>
            <ac:graphicFrameMk id="5" creationId="{D98BA872-A2BB-A5B9-2BE5-EC910C0E2287}"/>
          </ac:graphicFrameMkLst>
        </pc:graphicFrameChg>
        <pc:graphicFrameChg chg="add del">
          <ac:chgData name="Awais Asghar" userId="4e531a22-1881-423e-b958-a671f924ba4b" providerId="ADAL" clId="{C9B44D41-7B93-40E0-8043-43C5F331F14C}" dt="2025-12-18T05:53:32.936" v="100" actId="26606"/>
          <ac:graphicFrameMkLst>
            <pc:docMk/>
            <pc:sldMk cId="3591478109" sldId="259"/>
            <ac:graphicFrameMk id="7" creationId="{68116497-0426-B523-A018-CC050364D418}"/>
          </ac:graphicFrameMkLst>
        </pc:graphicFrameChg>
        <pc:graphicFrameChg chg="add mod">
          <ac:chgData name="Awais Asghar" userId="4e531a22-1881-423e-b958-a671f924ba4b" providerId="ADAL" clId="{C9B44D41-7B93-40E0-8043-43C5F331F14C}" dt="2025-12-18T05:55:28.509" v="117" actId="255"/>
          <ac:graphicFrameMkLst>
            <pc:docMk/>
            <pc:sldMk cId="3591478109" sldId="259"/>
            <ac:graphicFrameMk id="10" creationId="{656BAACA-1ED1-D98C-6F91-B0B131DBF534}"/>
          </ac:graphicFrameMkLst>
        </pc:graphicFrameChg>
      </pc:sldChg>
      <pc:sldChg chg="addSp delSp modSp new mod setBg">
        <pc:chgData name="Awais Asghar" userId="4e531a22-1881-423e-b958-a671f924ba4b" providerId="ADAL" clId="{C9B44D41-7B93-40E0-8043-43C5F331F14C}" dt="2025-12-18T10:01:14.859" v="1096" actId="122"/>
        <pc:sldMkLst>
          <pc:docMk/>
          <pc:sldMk cId="965481393" sldId="260"/>
        </pc:sldMkLst>
        <pc:spChg chg="mod">
          <ac:chgData name="Awais Asghar" userId="4e531a22-1881-423e-b958-a671f924ba4b" providerId="ADAL" clId="{C9B44D41-7B93-40E0-8043-43C5F331F14C}" dt="2025-12-18T10:01:14.859" v="1096" actId="122"/>
          <ac:spMkLst>
            <pc:docMk/>
            <pc:sldMk cId="965481393" sldId="260"/>
            <ac:spMk id="2" creationId="{63AB4667-A725-D38F-B106-357EAF47258E}"/>
          </ac:spMkLst>
        </pc:spChg>
        <pc:spChg chg="add del mod">
          <ac:chgData name="Awais Asghar" userId="4e531a22-1881-423e-b958-a671f924ba4b" providerId="ADAL" clId="{C9B44D41-7B93-40E0-8043-43C5F331F14C}" dt="2025-12-18T05:55:17.288" v="116" actId="26606"/>
          <ac:spMkLst>
            <pc:docMk/>
            <pc:sldMk cId="965481393" sldId="260"/>
            <ac:spMk id="3" creationId="{E1257A01-EAFB-74F4-A894-CDF3472C6285}"/>
          </ac:spMkLst>
        </pc:spChg>
        <pc:spChg chg="add del mod">
          <ac:chgData name="Awais Asghar" userId="4e531a22-1881-423e-b958-a671f924ba4b" providerId="ADAL" clId="{C9B44D41-7B93-40E0-8043-43C5F331F14C}" dt="2025-12-18T05:54:48.927" v="105"/>
          <ac:spMkLst>
            <pc:docMk/>
            <pc:sldMk cId="965481393" sldId="260"/>
            <ac:spMk id="4" creationId="{D4E8E071-A8E2-FE5F-A149-E01963BB6819}"/>
          </ac:spMkLst>
        </pc:spChg>
        <pc:spChg chg="add del mod">
          <ac:chgData name="Awais Asghar" userId="4e531a22-1881-423e-b958-a671f924ba4b" providerId="ADAL" clId="{C9B44D41-7B93-40E0-8043-43C5F331F14C}" dt="2025-12-18T05:54:52.577" v="107"/>
          <ac:spMkLst>
            <pc:docMk/>
            <pc:sldMk cId="965481393" sldId="260"/>
            <ac:spMk id="5" creationId="{15A67765-2139-A054-E4BC-6E0AEF01D475}"/>
          </ac:spMkLst>
        </pc:spChg>
        <pc:spChg chg="add">
          <ac:chgData name="Awais Asghar" userId="4e531a22-1881-423e-b958-a671f924ba4b" providerId="ADAL" clId="{C9B44D41-7B93-40E0-8043-43C5F331F14C}" dt="2025-12-18T05:55:17.288" v="116" actId="26606"/>
          <ac:spMkLst>
            <pc:docMk/>
            <pc:sldMk cId="965481393" sldId="260"/>
            <ac:spMk id="9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5:55:17.288" v="116" actId="26606"/>
          <ac:spMkLst>
            <pc:docMk/>
            <pc:sldMk cId="965481393" sldId="260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C9B44D41-7B93-40E0-8043-43C5F331F14C}" dt="2025-12-18T05:55:34.186" v="118" actId="255"/>
          <ac:graphicFrameMkLst>
            <pc:docMk/>
            <pc:sldMk cId="965481393" sldId="260"/>
            <ac:graphicFrameMk id="6" creationId="{F78C4AE6-A21F-CC15-A20E-2DC6FC7E382F}"/>
          </ac:graphicFrameMkLst>
        </pc:graphicFrameChg>
      </pc:sldChg>
      <pc:sldChg chg="addSp delSp modSp new mod">
        <pc:chgData name="Awais Asghar" userId="4e531a22-1881-423e-b958-a671f924ba4b" providerId="ADAL" clId="{C9B44D41-7B93-40E0-8043-43C5F331F14C}" dt="2025-12-18T05:59:26.397" v="127" actId="14100"/>
        <pc:sldMkLst>
          <pc:docMk/>
          <pc:sldMk cId="1506893416" sldId="261"/>
        </pc:sldMkLst>
        <pc:spChg chg="mod">
          <ac:chgData name="Awais Asghar" userId="4e531a22-1881-423e-b958-a671f924ba4b" providerId="ADAL" clId="{C9B44D41-7B93-40E0-8043-43C5F331F14C}" dt="2025-12-18T05:55:53.306" v="120"/>
          <ac:spMkLst>
            <pc:docMk/>
            <pc:sldMk cId="1506893416" sldId="261"/>
            <ac:spMk id="2" creationId="{461FD08E-2F43-4ADE-C91E-6D59FEF9B0A1}"/>
          </ac:spMkLst>
        </pc:spChg>
        <pc:spChg chg="del">
          <ac:chgData name="Awais Asghar" userId="4e531a22-1881-423e-b958-a671f924ba4b" providerId="ADAL" clId="{C9B44D41-7B93-40E0-8043-43C5F331F14C}" dt="2025-12-18T05:59:12.548" v="121" actId="478"/>
          <ac:spMkLst>
            <pc:docMk/>
            <pc:sldMk cId="1506893416" sldId="261"/>
            <ac:spMk id="3" creationId="{509208AE-E474-2C8B-0F4F-4C9F76B8D7EA}"/>
          </ac:spMkLst>
        </pc:spChg>
        <pc:picChg chg="add mod">
          <ac:chgData name="Awais Asghar" userId="4e531a22-1881-423e-b958-a671f924ba4b" providerId="ADAL" clId="{C9B44D41-7B93-40E0-8043-43C5F331F14C}" dt="2025-12-18T05:59:26.397" v="127" actId="14100"/>
          <ac:picMkLst>
            <pc:docMk/>
            <pc:sldMk cId="1506893416" sldId="261"/>
            <ac:picMk id="5" creationId="{5271141C-0214-BB7E-8476-3A420809D677}"/>
          </ac:picMkLst>
        </pc:picChg>
      </pc:sldChg>
      <pc:sldChg chg="addSp delSp modSp new mod">
        <pc:chgData name="Awais Asghar" userId="4e531a22-1881-423e-b958-a671f924ba4b" providerId="ADAL" clId="{C9B44D41-7B93-40E0-8043-43C5F331F14C}" dt="2025-12-18T06:05:44.546" v="138" actId="14100"/>
        <pc:sldMkLst>
          <pc:docMk/>
          <pc:sldMk cId="2933360450" sldId="262"/>
        </pc:sldMkLst>
        <pc:spChg chg="mod">
          <ac:chgData name="Awais Asghar" userId="4e531a22-1881-423e-b958-a671f924ba4b" providerId="ADAL" clId="{C9B44D41-7B93-40E0-8043-43C5F331F14C}" dt="2025-12-18T06:00:51.831" v="129"/>
          <ac:spMkLst>
            <pc:docMk/>
            <pc:sldMk cId="2933360450" sldId="262"/>
            <ac:spMk id="2" creationId="{86AD320F-5B97-55AC-7147-C5DEF4D2A182}"/>
          </ac:spMkLst>
        </pc:spChg>
        <pc:spChg chg="del">
          <ac:chgData name="Awais Asghar" userId="4e531a22-1881-423e-b958-a671f924ba4b" providerId="ADAL" clId="{C9B44D41-7B93-40E0-8043-43C5F331F14C}" dt="2025-12-18T06:05:22.980" v="130" actId="478"/>
          <ac:spMkLst>
            <pc:docMk/>
            <pc:sldMk cId="2933360450" sldId="262"/>
            <ac:spMk id="3" creationId="{F2AF5E91-156E-85FB-935D-CB7407E78E8D}"/>
          </ac:spMkLst>
        </pc:spChg>
        <pc:picChg chg="add mod">
          <ac:chgData name="Awais Asghar" userId="4e531a22-1881-423e-b958-a671f924ba4b" providerId="ADAL" clId="{C9B44D41-7B93-40E0-8043-43C5F331F14C}" dt="2025-12-18T06:05:44.546" v="138" actId="14100"/>
          <ac:picMkLst>
            <pc:docMk/>
            <pc:sldMk cId="2933360450" sldId="262"/>
            <ac:picMk id="5" creationId="{2A6FB84F-8F74-91EC-F9D8-3A96747B59FC}"/>
          </ac:picMkLst>
        </pc:picChg>
      </pc:sldChg>
      <pc:sldChg chg="delSp modSp new del mod">
        <pc:chgData name="Awais Asghar" userId="4e531a22-1881-423e-b958-a671f924ba4b" providerId="ADAL" clId="{C9B44D41-7B93-40E0-8043-43C5F331F14C}" dt="2025-12-18T08:02:55.090" v="588" actId="47"/>
        <pc:sldMkLst>
          <pc:docMk/>
          <pc:sldMk cId="2651454581" sldId="263"/>
        </pc:sldMkLst>
        <pc:spChg chg="mod">
          <ac:chgData name="Awais Asghar" userId="4e531a22-1881-423e-b958-a671f924ba4b" providerId="ADAL" clId="{C9B44D41-7B93-40E0-8043-43C5F331F14C}" dt="2025-12-18T08:02:14.917" v="576" actId="20577"/>
          <ac:spMkLst>
            <pc:docMk/>
            <pc:sldMk cId="2651454581" sldId="263"/>
            <ac:spMk id="2" creationId="{6E388CB5-347C-1896-79EB-CB5F21444ADC}"/>
          </ac:spMkLst>
        </pc:spChg>
        <pc:spChg chg="del">
          <ac:chgData name="Awais Asghar" userId="4e531a22-1881-423e-b958-a671f924ba4b" providerId="ADAL" clId="{C9B44D41-7B93-40E0-8043-43C5F331F14C}" dt="2025-12-18T06:06:43.033" v="148" actId="478"/>
          <ac:spMkLst>
            <pc:docMk/>
            <pc:sldMk cId="2651454581" sldId="263"/>
            <ac:spMk id="3" creationId="{C8334C49-4FAE-7106-3378-E8C7FC95158C}"/>
          </ac:spMkLst>
        </pc:spChg>
      </pc:sldChg>
      <pc:sldChg chg="addSp delSp modSp new del mod ord setBg addAnim setClrOvrMap">
        <pc:chgData name="Awais Asghar" userId="4e531a22-1881-423e-b958-a671f924ba4b" providerId="ADAL" clId="{C9B44D41-7B93-40E0-8043-43C5F331F14C}" dt="2025-12-18T14:55:16.860" v="1216" actId="47"/>
        <pc:sldMkLst>
          <pc:docMk/>
          <pc:sldMk cId="194650897" sldId="264"/>
        </pc:sldMkLst>
        <pc:spChg chg="mod or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2" creationId="{56CF9761-95D8-E0D5-6E71-D516FFA4BF68}"/>
          </ac:spMkLst>
        </pc:spChg>
        <pc:spChg chg="mo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3" creationId="{2A795010-F39F-70A2-8B9A-52AE67D0343C}"/>
          </ac:spMkLst>
        </pc:spChg>
        <pc:spChg chg="del">
          <ac:chgData name="Awais Asghar" userId="4e531a22-1881-423e-b958-a671f924ba4b" providerId="ADAL" clId="{C9B44D41-7B93-40E0-8043-43C5F331F14C}" dt="2025-12-18T06:33:17.591" v="541" actId="478"/>
          <ac:spMkLst>
            <pc:docMk/>
            <pc:sldMk cId="194650897" sldId="264"/>
            <ac:spMk id="3" creationId="{DA7A6B4B-4A35-945C-C93C-CAD4FB1F4646}"/>
          </ac:spMkLst>
        </pc:spChg>
        <pc:spChg chg="add del">
          <ac:chgData name="Awais Asghar" userId="4e531a22-1881-423e-b958-a671f924ba4b" providerId="ADAL" clId="{C9B44D41-7B93-40E0-8043-43C5F331F14C}" dt="2025-12-18T08:26:31.543" v="683" actId="26606"/>
          <ac:spMkLst>
            <pc:docMk/>
            <pc:sldMk cId="194650897" sldId="264"/>
            <ac:spMk id="10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08:26:31.543" v="683" actId="26606"/>
          <ac:spMkLst>
            <pc:docMk/>
            <pc:sldMk cId="194650897" sldId="264"/>
            <ac:spMk id="12" creationId="{727F3F19-5A4B-42AD-9A79-B8279086A6FC}"/>
          </ac:spMkLst>
        </pc:spChg>
        <pc:spChg chg="add del">
          <ac:chgData name="Awais Asghar" userId="4e531a22-1881-423e-b958-a671f924ba4b" providerId="ADAL" clId="{C9B44D41-7B93-40E0-8043-43C5F331F14C}" dt="2025-12-18T08:26:31.543" v="683" actId="26606"/>
          <ac:spMkLst>
            <pc:docMk/>
            <pc:sldMk cId="194650897" sldId="264"/>
            <ac:spMk id="14" creationId="{8202C37C-3123-4850-965F-F823CD438B52}"/>
          </ac:spMkLst>
        </pc:spChg>
        <pc:spChg chg="add del">
          <ac:chgData name="Awais Asghar" userId="4e531a22-1881-423e-b958-a671f924ba4b" providerId="ADAL" clId="{C9B44D41-7B93-40E0-8043-43C5F331F14C}" dt="2025-12-18T08:26:31.543" v="683" actId="26606"/>
          <ac:spMkLst>
            <pc:docMk/>
            <pc:sldMk cId="194650897" sldId="264"/>
            <ac:spMk id="16" creationId="{9C7604DA-1A80-47FD-9F09-D72DC278D24B}"/>
          </ac:spMkLst>
        </pc:spChg>
        <pc:spChg chg="add del">
          <ac:chgData name="Awais Asghar" userId="4e531a22-1881-423e-b958-a671f924ba4b" providerId="ADAL" clId="{C9B44D41-7B93-40E0-8043-43C5F331F14C}" dt="2025-12-18T08:26:48.356" v="684" actId="26606"/>
          <ac:spMkLst>
            <pc:docMk/>
            <pc:sldMk cId="194650897" sldId="264"/>
            <ac:spMk id="21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08:26:48.356" v="684" actId="26606"/>
          <ac:spMkLst>
            <pc:docMk/>
            <pc:sldMk cId="194650897" sldId="264"/>
            <ac:spMk id="23" creationId="{8F187B58-3857-4454-9C70-EFB475976F73}"/>
          </ac:spMkLst>
        </pc:spChg>
        <pc:spChg chg="add del">
          <ac:chgData name="Awais Asghar" userId="4e531a22-1881-423e-b958-a671f924ba4b" providerId="ADAL" clId="{C9B44D41-7B93-40E0-8043-43C5F331F14C}" dt="2025-12-18T08:26:48.356" v="684" actId="26606"/>
          <ac:spMkLst>
            <pc:docMk/>
            <pc:sldMk cId="194650897" sldId="264"/>
            <ac:spMk id="25" creationId="{4C5418A4-3935-49EA-B51C-5DDCBFAA3952}"/>
          </ac:spMkLst>
        </pc:spChg>
        <pc:spChg chg="add del">
          <ac:chgData name="Awais Asghar" userId="4e531a22-1881-423e-b958-a671f924ba4b" providerId="ADAL" clId="{C9B44D41-7B93-40E0-8043-43C5F331F14C}" dt="2025-12-18T14:53:26.651" v="1196" actId="26606"/>
          <ac:spMkLst>
            <pc:docMk/>
            <pc:sldMk cId="194650897" sldId="264"/>
            <ac:spMk id="30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14:53:26.651" v="1196" actId="26606"/>
          <ac:spMkLst>
            <pc:docMk/>
            <pc:sldMk cId="194650897" sldId="264"/>
            <ac:spMk id="32" creationId="{727F3F19-5A4B-42AD-9A79-B8279086A6FC}"/>
          </ac:spMkLst>
        </pc:spChg>
        <pc:spChg chg="add del">
          <ac:chgData name="Awais Asghar" userId="4e531a22-1881-423e-b958-a671f924ba4b" providerId="ADAL" clId="{C9B44D41-7B93-40E0-8043-43C5F331F14C}" dt="2025-12-18T14:53:26.651" v="1196" actId="26606"/>
          <ac:spMkLst>
            <pc:docMk/>
            <pc:sldMk cId="194650897" sldId="264"/>
            <ac:spMk id="34" creationId="{8202C37C-3123-4850-965F-F823CD438B52}"/>
          </ac:spMkLst>
        </pc:spChg>
        <pc:spChg chg="add del">
          <ac:chgData name="Awais Asghar" userId="4e531a22-1881-423e-b958-a671f924ba4b" providerId="ADAL" clId="{C9B44D41-7B93-40E0-8043-43C5F331F14C}" dt="2025-12-18T14:53:26.651" v="1196" actId="26606"/>
          <ac:spMkLst>
            <pc:docMk/>
            <pc:sldMk cId="194650897" sldId="264"/>
            <ac:spMk id="36" creationId="{9C7604DA-1A80-47FD-9F09-D72DC278D24B}"/>
          </ac:spMkLst>
        </pc:spChg>
        <pc:spChg chg="add del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41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43" creationId="{E2CFBC99-FB8F-41F7-A81D-A5288D688D79}"/>
          </ac:spMkLst>
        </pc:spChg>
        <pc:spChg chg="add del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45" creationId="{A435A76B-D478-4F38-9D76-040E49ADC674}"/>
          </ac:spMkLst>
        </pc:spChg>
        <pc:spChg chg="add del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47" creationId="{32A10516-6576-4FA1-AC71-513C6B46AF2C}"/>
          </ac:spMkLst>
        </pc:spChg>
        <pc:spChg chg="ad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52" creationId="{0D57E7FA-E8FC-45AC-868F-CDC8144939D6}"/>
          </ac:spMkLst>
        </pc:spChg>
        <pc:spChg chg="ad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54" creationId="{727F3F19-5A4B-42AD-9A79-B8279086A6FC}"/>
          </ac:spMkLst>
        </pc:spChg>
        <pc:spChg chg="ad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56" creationId="{8202C37C-3123-4850-965F-F823CD438B52}"/>
          </ac:spMkLst>
        </pc:spChg>
        <pc:spChg chg="add">
          <ac:chgData name="Awais Asghar" userId="4e531a22-1881-423e-b958-a671f924ba4b" providerId="ADAL" clId="{C9B44D41-7B93-40E0-8043-43C5F331F14C}" dt="2025-12-18T14:53:39.714" v="1197" actId="26606"/>
          <ac:spMkLst>
            <pc:docMk/>
            <pc:sldMk cId="194650897" sldId="264"/>
            <ac:spMk id="58" creationId="{9C7604DA-1A80-47FD-9F09-D72DC278D24B}"/>
          </ac:spMkLst>
        </pc:spChg>
        <pc:picChg chg="add mod ord">
          <ac:chgData name="Awais Asghar" userId="4e531a22-1881-423e-b958-a671f924ba4b" providerId="ADAL" clId="{C9B44D41-7B93-40E0-8043-43C5F331F14C}" dt="2025-12-18T14:54:25.754" v="1210" actId="1076"/>
          <ac:picMkLst>
            <pc:docMk/>
            <pc:sldMk cId="194650897" sldId="264"/>
            <ac:picMk id="4" creationId="{D7CA7CAC-E92D-BB47-4A0A-937ED904215E}"/>
          </ac:picMkLst>
        </pc:picChg>
        <pc:picChg chg="add del mod modCrop">
          <ac:chgData name="Awais Asghar" userId="4e531a22-1881-423e-b958-a671f924ba4b" providerId="ADAL" clId="{C9B44D41-7B93-40E0-8043-43C5F331F14C}" dt="2025-12-18T08:26:04.486" v="679" actId="478"/>
          <ac:picMkLst>
            <pc:docMk/>
            <pc:sldMk cId="194650897" sldId="264"/>
            <ac:picMk id="5" creationId="{F2D73ADB-D289-284C-516E-A7F6B7DEC877}"/>
          </ac:picMkLst>
        </pc:picChg>
        <pc:picChg chg="add del mod ord">
          <ac:chgData name="Awais Asghar" userId="4e531a22-1881-423e-b958-a671f924ba4b" providerId="ADAL" clId="{C9B44D41-7B93-40E0-8043-43C5F331F14C}" dt="2025-12-18T14:53:03.714" v="1192" actId="478"/>
          <ac:picMkLst>
            <pc:docMk/>
            <pc:sldMk cId="194650897" sldId="264"/>
            <ac:picMk id="6" creationId="{FC23DEE1-1317-FC30-D4F2-CE48D86152F5}"/>
          </ac:picMkLst>
        </pc:picChg>
      </pc:sldChg>
      <pc:sldChg chg="addSp delSp modSp new mod setBg">
        <pc:chgData name="Awais Asghar" userId="4e531a22-1881-423e-b958-a671f924ba4b" providerId="ADAL" clId="{C9B44D41-7B93-40E0-8043-43C5F331F14C}" dt="2025-12-18T10:01:08.591" v="1095" actId="122"/>
        <pc:sldMkLst>
          <pc:docMk/>
          <pc:sldMk cId="1694553732" sldId="265"/>
        </pc:sldMkLst>
        <pc:spChg chg="mod">
          <ac:chgData name="Awais Asghar" userId="4e531a22-1881-423e-b958-a671f924ba4b" providerId="ADAL" clId="{C9B44D41-7B93-40E0-8043-43C5F331F14C}" dt="2025-12-18T10:01:08.591" v="1095" actId="122"/>
          <ac:spMkLst>
            <pc:docMk/>
            <pc:sldMk cId="1694553732" sldId="265"/>
            <ac:spMk id="2" creationId="{54012121-BF45-9AAB-F100-1A1831CFD978}"/>
          </ac:spMkLst>
        </pc:spChg>
        <pc:spChg chg="del mod">
          <ac:chgData name="Awais Asghar" userId="4e531a22-1881-423e-b958-a671f924ba4b" providerId="ADAL" clId="{C9B44D41-7B93-40E0-8043-43C5F331F14C}" dt="2025-12-18T06:32:34.961" v="539" actId="26606"/>
          <ac:spMkLst>
            <pc:docMk/>
            <pc:sldMk cId="1694553732" sldId="265"/>
            <ac:spMk id="3" creationId="{6F601FEA-BD9D-4F2E-475C-2CE30DA42057}"/>
          </ac:spMkLst>
        </pc:spChg>
        <pc:spChg chg="add">
          <ac:chgData name="Awais Asghar" userId="4e531a22-1881-423e-b958-a671f924ba4b" providerId="ADAL" clId="{C9B44D41-7B93-40E0-8043-43C5F331F14C}" dt="2025-12-18T06:32:34.961" v="539" actId="26606"/>
          <ac:spMkLst>
            <pc:docMk/>
            <pc:sldMk cId="1694553732" sldId="265"/>
            <ac:spMk id="9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6:32:34.961" v="539" actId="26606"/>
          <ac:spMkLst>
            <pc:docMk/>
            <pc:sldMk cId="1694553732" sldId="265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C9B44D41-7B93-40E0-8043-43C5F331F14C}" dt="2025-12-18T06:32:43.297" v="540" actId="255"/>
          <ac:graphicFrameMkLst>
            <pc:docMk/>
            <pc:sldMk cId="1694553732" sldId="265"/>
            <ac:graphicFrameMk id="5" creationId="{2F2E7C1A-C7F1-5B9B-1D31-87FA6D3A7BD6}"/>
          </ac:graphicFrameMkLst>
        </pc:graphicFrameChg>
      </pc:sldChg>
      <pc:sldChg chg="addSp modSp new mod ord setBg">
        <pc:chgData name="Awais Asghar" userId="4e531a22-1881-423e-b958-a671f924ba4b" providerId="ADAL" clId="{C9B44D41-7B93-40E0-8043-43C5F331F14C}" dt="2025-12-18T08:32:12.834" v="724" actId="14100"/>
        <pc:sldMkLst>
          <pc:docMk/>
          <pc:sldMk cId="2221198374" sldId="266"/>
        </pc:sldMkLst>
        <pc:spChg chg="mod">
          <ac:chgData name="Awais Asghar" userId="4e531a22-1881-423e-b958-a671f924ba4b" providerId="ADAL" clId="{C9B44D41-7B93-40E0-8043-43C5F331F14C}" dt="2025-12-18T06:14:35.046" v="218" actId="26606"/>
          <ac:spMkLst>
            <pc:docMk/>
            <pc:sldMk cId="2221198374" sldId="266"/>
            <ac:spMk id="2" creationId="{1FEC51CE-2AB1-AD97-340B-E31ED2BEBF0A}"/>
          </ac:spMkLst>
        </pc:spChg>
        <pc:spChg chg="mod">
          <ac:chgData name="Awais Asghar" userId="4e531a22-1881-423e-b958-a671f924ba4b" providerId="ADAL" clId="{C9B44D41-7B93-40E0-8043-43C5F331F14C}" dt="2025-12-18T08:32:12.834" v="724" actId="14100"/>
          <ac:spMkLst>
            <pc:docMk/>
            <pc:sldMk cId="2221198374" sldId="266"/>
            <ac:spMk id="3" creationId="{2FCA916A-3096-2F6A-963D-8E8B415D7031}"/>
          </ac:spMkLst>
        </pc:spChg>
        <pc:spChg chg="add">
          <ac:chgData name="Awais Asghar" userId="4e531a22-1881-423e-b958-a671f924ba4b" providerId="ADAL" clId="{C9B44D41-7B93-40E0-8043-43C5F331F14C}" dt="2025-12-18T06:14:35.046" v="218" actId="26606"/>
          <ac:spMkLst>
            <pc:docMk/>
            <pc:sldMk cId="2221198374" sldId="266"/>
            <ac:spMk id="9" creationId="{79BB35BC-D5C2-4C8B-A22A-A71E6191913B}"/>
          </ac:spMkLst>
        </pc:spChg>
        <pc:picChg chg="add">
          <ac:chgData name="Awais Asghar" userId="4e531a22-1881-423e-b958-a671f924ba4b" providerId="ADAL" clId="{C9B44D41-7B93-40E0-8043-43C5F331F14C}" dt="2025-12-18T06:14:35.046" v="218" actId="26606"/>
          <ac:picMkLst>
            <pc:docMk/>
            <pc:sldMk cId="2221198374" sldId="266"/>
            <ac:picMk id="5" creationId="{9BB30FC4-90AC-C9F9-4793-D44F5CF8D991}"/>
          </ac:picMkLst>
        </pc:picChg>
      </pc:sldChg>
      <pc:sldChg chg="addSp delSp modSp new mod setBg">
        <pc:chgData name="Awais Asghar" userId="4e531a22-1881-423e-b958-a671f924ba4b" providerId="ADAL" clId="{C9B44D41-7B93-40E0-8043-43C5F331F14C}" dt="2025-12-18T08:02:06.759" v="567" actId="255"/>
        <pc:sldMkLst>
          <pc:docMk/>
          <pc:sldMk cId="248443807" sldId="267"/>
        </pc:sldMkLst>
        <pc:spChg chg="mod">
          <ac:chgData name="Awais Asghar" userId="4e531a22-1881-423e-b958-a671f924ba4b" providerId="ADAL" clId="{C9B44D41-7B93-40E0-8043-43C5F331F14C}" dt="2025-12-18T08:01:59.537" v="566" actId="26606"/>
          <ac:spMkLst>
            <pc:docMk/>
            <pc:sldMk cId="248443807" sldId="267"/>
            <ac:spMk id="2" creationId="{0907B3BA-6D66-C87C-E10F-CF3785D271C6}"/>
          </ac:spMkLst>
        </pc:spChg>
        <pc:spChg chg="del mod">
          <ac:chgData name="Awais Asghar" userId="4e531a22-1881-423e-b958-a671f924ba4b" providerId="ADAL" clId="{C9B44D41-7B93-40E0-8043-43C5F331F14C}" dt="2025-12-18T08:01:59.537" v="566" actId="26606"/>
          <ac:spMkLst>
            <pc:docMk/>
            <pc:sldMk cId="248443807" sldId="267"/>
            <ac:spMk id="3" creationId="{2F8B35F8-D2F9-BBEA-A0DA-5E0FD44C8588}"/>
          </ac:spMkLst>
        </pc:spChg>
        <pc:spChg chg="add">
          <ac:chgData name="Awais Asghar" userId="4e531a22-1881-423e-b958-a671f924ba4b" providerId="ADAL" clId="{C9B44D41-7B93-40E0-8043-43C5F331F14C}" dt="2025-12-18T08:01:59.537" v="566" actId="26606"/>
          <ac:spMkLst>
            <pc:docMk/>
            <pc:sldMk cId="248443807" sldId="267"/>
            <ac:spMk id="9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8:01:59.537" v="566" actId="26606"/>
          <ac:spMkLst>
            <pc:docMk/>
            <pc:sldMk cId="248443807" sldId="267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C9B44D41-7B93-40E0-8043-43C5F331F14C}" dt="2025-12-18T08:02:06.759" v="567" actId="255"/>
          <ac:graphicFrameMkLst>
            <pc:docMk/>
            <pc:sldMk cId="248443807" sldId="267"/>
            <ac:graphicFrameMk id="5" creationId="{81EB4169-DFA7-2D56-C363-5C7F88F9C12D}"/>
          </ac:graphicFrameMkLst>
        </pc:graphicFrameChg>
      </pc:sldChg>
      <pc:sldChg chg="addSp delSp modSp new mod setBg">
        <pc:chgData name="Awais Asghar" userId="4e531a22-1881-423e-b958-a671f924ba4b" providerId="ADAL" clId="{C9B44D41-7B93-40E0-8043-43C5F331F14C}" dt="2025-12-18T10:02:49.035" v="1099" actId="122"/>
        <pc:sldMkLst>
          <pc:docMk/>
          <pc:sldMk cId="2106735723" sldId="268"/>
        </pc:sldMkLst>
        <pc:spChg chg="mod">
          <ac:chgData name="Awais Asghar" userId="4e531a22-1881-423e-b958-a671f924ba4b" providerId="ADAL" clId="{C9B44D41-7B93-40E0-8043-43C5F331F14C}" dt="2025-12-18T10:02:49.035" v="1099" actId="122"/>
          <ac:spMkLst>
            <pc:docMk/>
            <pc:sldMk cId="2106735723" sldId="268"/>
            <ac:spMk id="2" creationId="{3B43BE92-DFA2-1B16-1CF5-C14BE138FEB8}"/>
          </ac:spMkLst>
        </pc:spChg>
        <pc:spChg chg="del mod">
          <ac:chgData name="Awais Asghar" userId="4e531a22-1881-423e-b958-a671f924ba4b" providerId="ADAL" clId="{C9B44D41-7B93-40E0-8043-43C5F331F14C}" dt="2025-12-18T06:17:59.786" v="250" actId="26606"/>
          <ac:spMkLst>
            <pc:docMk/>
            <pc:sldMk cId="2106735723" sldId="268"/>
            <ac:spMk id="3" creationId="{9CD91007-1A93-8C72-872C-99BA271C6562}"/>
          </ac:spMkLst>
        </pc:spChg>
        <pc:spChg chg="add">
          <ac:chgData name="Awais Asghar" userId="4e531a22-1881-423e-b958-a671f924ba4b" providerId="ADAL" clId="{C9B44D41-7B93-40E0-8043-43C5F331F14C}" dt="2025-12-18T06:17:59.786" v="250" actId="26606"/>
          <ac:spMkLst>
            <pc:docMk/>
            <pc:sldMk cId="2106735723" sldId="268"/>
            <ac:spMk id="9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6:17:59.786" v="250" actId="26606"/>
          <ac:spMkLst>
            <pc:docMk/>
            <pc:sldMk cId="2106735723" sldId="268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C9B44D41-7B93-40E0-8043-43C5F331F14C}" dt="2025-12-18T06:18:16.695" v="251" actId="255"/>
          <ac:graphicFrameMkLst>
            <pc:docMk/>
            <pc:sldMk cId="2106735723" sldId="268"/>
            <ac:graphicFrameMk id="5" creationId="{192C2B95-9FD5-4626-C242-657ECAD2454C}"/>
          </ac:graphicFrameMkLst>
        </pc:graphicFrameChg>
      </pc:sldChg>
      <pc:sldChg chg="addSp delSp modSp new mod">
        <pc:chgData name="Awais Asghar" userId="4e531a22-1881-423e-b958-a671f924ba4b" providerId="ADAL" clId="{C9B44D41-7B93-40E0-8043-43C5F331F14C}" dt="2025-12-18T14:50:20.993" v="1165" actId="14100"/>
        <pc:sldMkLst>
          <pc:docMk/>
          <pc:sldMk cId="4011965334" sldId="269"/>
        </pc:sldMkLst>
        <pc:spChg chg="mod">
          <ac:chgData name="Awais Asghar" userId="4e531a22-1881-423e-b958-a671f924ba4b" providerId="ADAL" clId="{C9B44D41-7B93-40E0-8043-43C5F331F14C}" dt="2025-12-18T06:19:04.358" v="260" actId="403"/>
          <ac:spMkLst>
            <pc:docMk/>
            <pc:sldMk cId="4011965334" sldId="269"/>
            <ac:spMk id="2" creationId="{F043510B-2689-ABB1-F8D6-D0E3FE6A7877}"/>
          </ac:spMkLst>
        </pc:spChg>
        <pc:spChg chg="del mod">
          <ac:chgData name="Awais Asghar" userId="4e531a22-1881-423e-b958-a671f924ba4b" providerId="ADAL" clId="{C9B44D41-7B93-40E0-8043-43C5F331F14C}" dt="2025-12-18T06:19:34.343" v="265" actId="26606"/>
          <ac:spMkLst>
            <pc:docMk/>
            <pc:sldMk cId="4011965334" sldId="269"/>
            <ac:spMk id="3" creationId="{55D31601-1F3B-689F-57B5-F4196ACF35BC}"/>
          </ac:spMkLst>
        </pc:spChg>
        <pc:graphicFrameChg chg="add mod">
          <ac:chgData name="Awais Asghar" userId="4e531a22-1881-423e-b958-a671f924ba4b" providerId="ADAL" clId="{C9B44D41-7B93-40E0-8043-43C5F331F14C}" dt="2025-12-18T14:50:20.993" v="1165" actId="14100"/>
          <ac:graphicFrameMkLst>
            <pc:docMk/>
            <pc:sldMk cId="4011965334" sldId="269"/>
            <ac:graphicFrameMk id="5" creationId="{8403B110-01EE-237E-DEB0-EF82F69F662F}"/>
          </ac:graphicFrameMkLst>
        </pc:graphicFrameChg>
      </pc:sldChg>
      <pc:sldChg chg="add del">
        <pc:chgData name="Awais Asghar" userId="4e531a22-1881-423e-b958-a671f924ba4b" providerId="ADAL" clId="{C9B44D41-7B93-40E0-8043-43C5F331F14C}" dt="2025-12-18T06:20:42.048" v="275" actId="47"/>
        <pc:sldMkLst>
          <pc:docMk/>
          <pc:sldMk cId="1942898914" sldId="270"/>
        </pc:sldMkLst>
      </pc:sldChg>
      <pc:sldChg chg="modSp add mod">
        <pc:chgData name="Awais Asghar" userId="4e531a22-1881-423e-b958-a671f924ba4b" providerId="ADAL" clId="{C9B44D41-7B93-40E0-8043-43C5F331F14C}" dt="2025-12-18T14:50:09.801" v="1164" actId="14100"/>
        <pc:sldMkLst>
          <pc:docMk/>
          <pc:sldMk cId="1552376809" sldId="271"/>
        </pc:sldMkLst>
        <pc:spChg chg="mod">
          <ac:chgData name="Awais Asghar" userId="4e531a22-1881-423e-b958-a671f924ba4b" providerId="ADAL" clId="{C9B44D41-7B93-40E0-8043-43C5F331F14C}" dt="2025-12-18T06:20:51.736" v="289" actId="20577"/>
          <ac:spMkLst>
            <pc:docMk/>
            <pc:sldMk cId="1552376809" sldId="271"/>
            <ac:spMk id="2" creationId="{F043510B-2689-ABB1-F8D6-D0E3FE6A7877}"/>
          </ac:spMkLst>
        </pc:spChg>
        <pc:graphicFrameChg chg="mod">
          <ac:chgData name="Awais Asghar" userId="4e531a22-1881-423e-b958-a671f924ba4b" providerId="ADAL" clId="{C9B44D41-7B93-40E0-8043-43C5F331F14C}" dt="2025-12-18T14:50:09.801" v="1164" actId="14100"/>
          <ac:graphicFrameMkLst>
            <pc:docMk/>
            <pc:sldMk cId="1552376809" sldId="271"/>
            <ac:graphicFrameMk id="5" creationId="{8403B110-01EE-237E-DEB0-EF82F69F662F}"/>
          </ac:graphicFrameMkLst>
        </pc:graphicFrameChg>
      </pc:sldChg>
      <pc:sldChg chg="modSp add mod">
        <pc:chgData name="Awais Asghar" userId="4e531a22-1881-423e-b958-a671f924ba4b" providerId="ADAL" clId="{C9B44D41-7B93-40E0-8043-43C5F331F14C}" dt="2025-12-18T14:50:01.957" v="1163" actId="14100"/>
        <pc:sldMkLst>
          <pc:docMk/>
          <pc:sldMk cId="970803978" sldId="272"/>
        </pc:sldMkLst>
        <pc:spChg chg="mod">
          <ac:chgData name="Awais Asghar" userId="4e531a22-1881-423e-b958-a671f924ba4b" providerId="ADAL" clId="{C9B44D41-7B93-40E0-8043-43C5F331F14C}" dt="2025-12-18T06:22:45.455" v="304" actId="20577"/>
          <ac:spMkLst>
            <pc:docMk/>
            <pc:sldMk cId="970803978" sldId="272"/>
            <ac:spMk id="2" creationId="{F043510B-2689-ABB1-F8D6-D0E3FE6A7877}"/>
          </ac:spMkLst>
        </pc:spChg>
        <pc:graphicFrameChg chg="mod">
          <ac:chgData name="Awais Asghar" userId="4e531a22-1881-423e-b958-a671f924ba4b" providerId="ADAL" clId="{C9B44D41-7B93-40E0-8043-43C5F331F14C}" dt="2025-12-18T14:50:01.957" v="1163" actId="14100"/>
          <ac:graphicFrameMkLst>
            <pc:docMk/>
            <pc:sldMk cId="970803978" sldId="272"/>
            <ac:graphicFrameMk id="5" creationId="{8403B110-01EE-237E-DEB0-EF82F69F662F}"/>
          </ac:graphicFrameMkLst>
        </pc:graphicFrameChg>
      </pc:sldChg>
      <pc:sldChg chg="modSp add mod">
        <pc:chgData name="Awais Asghar" userId="4e531a22-1881-423e-b958-a671f924ba4b" providerId="ADAL" clId="{C9B44D41-7B93-40E0-8043-43C5F331F14C}" dt="2025-12-18T14:49:50.109" v="1161" actId="14100"/>
        <pc:sldMkLst>
          <pc:docMk/>
          <pc:sldMk cId="1192634505" sldId="273"/>
        </pc:sldMkLst>
        <pc:spChg chg="mod">
          <ac:chgData name="Awais Asghar" userId="4e531a22-1881-423e-b958-a671f924ba4b" providerId="ADAL" clId="{C9B44D41-7B93-40E0-8043-43C5F331F14C}" dt="2025-12-18T06:23:52.377" v="356" actId="20577"/>
          <ac:spMkLst>
            <pc:docMk/>
            <pc:sldMk cId="1192634505" sldId="273"/>
            <ac:spMk id="2" creationId="{F043510B-2689-ABB1-F8D6-D0E3FE6A7877}"/>
          </ac:spMkLst>
        </pc:spChg>
        <pc:graphicFrameChg chg="mod">
          <ac:chgData name="Awais Asghar" userId="4e531a22-1881-423e-b958-a671f924ba4b" providerId="ADAL" clId="{C9B44D41-7B93-40E0-8043-43C5F331F14C}" dt="2025-12-18T14:49:50.109" v="1161" actId="14100"/>
          <ac:graphicFrameMkLst>
            <pc:docMk/>
            <pc:sldMk cId="1192634505" sldId="273"/>
            <ac:graphicFrameMk id="5" creationId="{8403B110-01EE-237E-DEB0-EF82F69F662F}"/>
          </ac:graphicFrameMkLst>
        </pc:graphicFrameChg>
      </pc:sldChg>
      <pc:sldChg chg="addSp delSp modSp new mod">
        <pc:chgData name="Awais Asghar" userId="4e531a22-1881-423e-b958-a671f924ba4b" providerId="ADAL" clId="{C9B44D41-7B93-40E0-8043-43C5F331F14C}" dt="2025-12-18T06:27:05.597" v="431" actId="14100"/>
        <pc:sldMkLst>
          <pc:docMk/>
          <pc:sldMk cId="4114191692" sldId="274"/>
        </pc:sldMkLst>
        <pc:spChg chg="mod">
          <ac:chgData name="Awais Asghar" userId="4e531a22-1881-423e-b958-a671f924ba4b" providerId="ADAL" clId="{C9B44D41-7B93-40E0-8043-43C5F331F14C}" dt="2025-12-18T06:25:12.252" v="402" actId="113"/>
          <ac:spMkLst>
            <pc:docMk/>
            <pc:sldMk cId="4114191692" sldId="274"/>
            <ac:spMk id="2" creationId="{02BF5307-9F2C-1128-9A73-1001A1E8346C}"/>
          </ac:spMkLst>
        </pc:spChg>
        <pc:spChg chg="del mod">
          <ac:chgData name="Awais Asghar" userId="4e531a22-1881-423e-b958-a671f924ba4b" providerId="ADAL" clId="{C9B44D41-7B93-40E0-8043-43C5F331F14C}" dt="2025-12-18T06:25:26.369" v="406" actId="26606"/>
          <ac:spMkLst>
            <pc:docMk/>
            <pc:sldMk cId="4114191692" sldId="274"/>
            <ac:spMk id="3" creationId="{1A73B6D3-4C8D-95EB-1659-091909D87867}"/>
          </ac:spMkLst>
        </pc:spChg>
        <pc:graphicFrameChg chg="add mod">
          <ac:chgData name="Awais Asghar" userId="4e531a22-1881-423e-b958-a671f924ba4b" providerId="ADAL" clId="{C9B44D41-7B93-40E0-8043-43C5F331F14C}" dt="2025-12-18T06:27:05.597" v="431" actId="14100"/>
          <ac:graphicFrameMkLst>
            <pc:docMk/>
            <pc:sldMk cId="4114191692" sldId="274"/>
            <ac:graphicFrameMk id="5" creationId="{B6D8087A-AEC7-E289-2CDD-EF8A84CAC08B}"/>
          </ac:graphicFrameMkLst>
        </pc:graphicFrameChg>
      </pc:sldChg>
      <pc:sldChg chg="addSp delSp modSp new mod">
        <pc:chgData name="Awais Asghar" userId="4e531a22-1881-423e-b958-a671f924ba4b" providerId="ADAL" clId="{C9B44D41-7B93-40E0-8043-43C5F331F14C}" dt="2025-12-18T06:26:45.972" v="427" actId="14100"/>
        <pc:sldMkLst>
          <pc:docMk/>
          <pc:sldMk cId="443242603" sldId="275"/>
        </pc:sldMkLst>
        <pc:spChg chg="mod">
          <ac:chgData name="Awais Asghar" userId="4e531a22-1881-423e-b958-a671f924ba4b" providerId="ADAL" clId="{C9B44D41-7B93-40E0-8043-43C5F331F14C}" dt="2025-12-18T06:25:55.538" v="417" actId="113"/>
          <ac:spMkLst>
            <pc:docMk/>
            <pc:sldMk cId="443242603" sldId="275"/>
            <ac:spMk id="2" creationId="{043D6910-7BD4-F051-21D3-BCCC359CFAC6}"/>
          </ac:spMkLst>
        </pc:spChg>
        <pc:spChg chg="del mod">
          <ac:chgData name="Awais Asghar" userId="4e531a22-1881-423e-b958-a671f924ba4b" providerId="ADAL" clId="{C9B44D41-7B93-40E0-8043-43C5F331F14C}" dt="2025-12-18T06:26:09.322" v="421" actId="26606"/>
          <ac:spMkLst>
            <pc:docMk/>
            <pc:sldMk cId="443242603" sldId="275"/>
            <ac:spMk id="3" creationId="{326EEFB3-CFCF-9202-3369-9F8B7430A1C2}"/>
          </ac:spMkLst>
        </pc:spChg>
        <pc:graphicFrameChg chg="add mod">
          <ac:chgData name="Awais Asghar" userId="4e531a22-1881-423e-b958-a671f924ba4b" providerId="ADAL" clId="{C9B44D41-7B93-40E0-8043-43C5F331F14C}" dt="2025-12-18T06:26:45.972" v="427" actId="14100"/>
          <ac:graphicFrameMkLst>
            <pc:docMk/>
            <pc:sldMk cId="443242603" sldId="275"/>
            <ac:graphicFrameMk id="5" creationId="{7FE6A587-DDEE-AE98-C8D3-CAE7B9B76C7A}"/>
          </ac:graphicFrameMkLst>
        </pc:graphicFrameChg>
      </pc:sldChg>
      <pc:sldChg chg="addSp modSp new mod setBg">
        <pc:chgData name="Awais Asghar" userId="4e531a22-1881-423e-b958-a671f924ba4b" providerId="ADAL" clId="{C9B44D41-7B93-40E0-8043-43C5F331F14C}" dt="2025-12-18T06:28:30.559" v="453" actId="1076"/>
        <pc:sldMkLst>
          <pc:docMk/>
          <pc:sldMk cId="3340832124" sldId="276"/>
        </pc:sldMkLst>
        <pc:spChg chg="mod ord">
          <ac:chgData name="Awais Asghar" userId="4e531a22-1881-423e-b958-a671f924ba4b" providerId="ADAL" clId="{C9B44D41-7B93-40E0-8043-43C5F331F14C}" dt="2025-12-18T06:28:26.984" v="452" actId="14100"/>
          <ac:spMkLst>
            <pc:docMk/>
            <pc:sldMk cId="3340832124" sldId="276"/>
            <ac:spMk id="2" creationId="{B6D7388A-81CE-AA88-8787-9D45515A4E90}"/>
          </ac:spMkLst>
        </pc:spChg>
        <pc:spChg chg="mod">
          <ac:chgData name="Awais Asghar" userId="4e531a22-1881-423e-b958-a671f924ba4b" providerId="ADAL" clId="{C9B44D41-7B93-40E0-8043-43C5F331F14C}" dt="2025-12-18T06:28:30.559" v="453" actId="1076"/>
          <ac:spMkLst>
            <pc:docMk/>
            <pc:sldMk cId="3340832124" sldId="276"/>
            <ac:spMk id="3" creationId="{B6A111FF-DAC8-0CF0-90BC-3FB784B33C40}"/>
          </ac:spMkLst>
        </pc:spChg>
        <pc:spChg chg="add">
          <ac:chgData name="Awais Asghar" userId="4e531a22-1881-423e-b958-a671f924ba4b" providerId="ADAL" clId="{C9B44D41-7B93-40E0-8043-43C5F331F14C}" dt="2025-12-18T06:27:45.850" v="447" actId="26606"/>
          <ac:spMkLst>
            <pc:docMk/>
            <pc:sldMk cId="3340832124" sldId="276"/>
            <ac:spMk id="10" creationId="{0D57E7FA-E8FC-45AC-868F-CDC8144939D6}"/>
          </ac:spMkLst>
        </pc:spChg>
        <pc:spChg chg="add">
          <ac:chgData name="Awais Asghar" userId="4e531a22-1881-423e-b958-a671f924ba4b" providerId="ADAL" clId="{C9B44D41-7B93-40E0-8043-43C5F331F14C}" dt="2025-12-18T06:27:45.850" v="447" actId="26606"/>
          <ac:spMkLst>
            <pc:docMk/>
            <pc:sldMk cId="3340832124" sldId="276"/>
            <ac:spMk id="12" creationId="{B7BD7FCF-A254-4A97-A15C-319B67622677}"/>
          </ac:spMkLst>
        </pc:spChg>
        <pc:spChg chg="add">
          <ac:chgData name="Awais Asghar" userId="4e531a22-1881-423e-b958-a671f924ba4b" providerId="ADAL" clId="{C9B44D41-7B93-40E0-8043-43C5F331F14C}" dt="2025-12-18T06:27:45.850" v="447" actId="26606"/>
          <ac:spMkLst>
            <pc:docMk/>
            <pc:sldMk cId="3340832124" sldId="276"/>
            <ac:spMk id="14" creationId="{52FFAF72-6204-4676-9C6F-9A4CC4D91805}"/>
          </ac:spMkLst>
        </pc:spChg>
        <pc:picChg chg="add mod">
          <ac:chgData name="Awais Asghar" userId="4e531a22-1881-423e-b958-a671f924ba4b" providerId="ADAL" clId="{C9B44D41-7B93-40E0-8043-43C5F331F14C}" dt="2025-12-18T06:28:17.115" v="449" actId="208"/>
          <ac:picMkLst>
            <pc:docMk/>
            <pc:sldMk cId="3340832124" sldId="276"/>
            <ac:picMk id="7" creationId="{209BFB26-543E-EAF6-4A15-5B1D73251420}"/>
          </ac:picMkLst>
        </pc:picChg>
      </pc:sldChg>
      <pc:sldChg chg="addSp delSp modSp new mod setBg">
        <pc:chgData name="Awais Asghar" userId="4e531a22-1881-423e-b958-a671f924ba4b" providerId="ADAL" clId="{C9B44D41-7B93-40E0-8043-43C5F331F14C}" dt="2025-12-18T06:29:28.886" v="491" actId="26606"/>
        <pc:sldMkLst>
          <pc:docMk/>
          <pc:sldMk cId="3154309222" sldId="277"/>
        </pc:sldMkLst>
        <pc:spChg chg="mod">
          <ac:chgData name="Awais Asghar" userId="4e531a22-1881-423e-b958-a671f924ba4b" providerId="ADAL" clId="{C9B44D41-7B93-40E0-8043-43C5F331F14C}" dt="2025-12-18T06:29:28.886" v="491" actId="26606"/>
          <ac:spMkLst>
            <pc:docMk/>
            <pc:sldMk cId="3154309222" sldId="277"/>
            <ac:spMk id="2" creationId="{17EC3DF8-735B-6022-ABEA-1D9D3E90E858}"/>
          </ac:spMkLst>
        </pc:spChg>
        <pc:spChg chg="add del mod">
          <ac:chgData name="Awais Asghar" userId="4e531a22-1881-423e-b958-a671f924ba4b" providerId="ADAL" clId="{C9B44D41-7B93-40E0-8043-43C5F331F14C}" dt="2025-12-18T06:29:28.886" v="491" actId="26606"/>
          <ac:spMkLst>
            <pc:docMk/>
            <pc:sldMk cId="3154309222" sldId="277"/>
            <ac:spMk id="3" creationId="{7381E162-AF84-96AE-F185-C22F0A56740E}"/>
          </ac:spMkLst>
        </pc:spChg>
        <pc:spChg chg="add del">
          <ac:chgData name="Awais Asghar" userId="4e531a22-1881-423e-b958-a671f924ba4b" providerId="ADAL" clId="{C9B44D41-7B93-40E0-8043-43C5F331F14C}" dt="2025-12-18T06:29:28.839" v="490" actId="26606"/>
          <ac:spMkLst>
            <pc:docMk/>
            <pc:sldMk cId="3154309222" sldId="277"/>
            <ac:spMk id="9" creationId="{92070828-E616-4355-9C8A-A1065032B27D}"/>
          </ac:spMkLst>
        </pc:spChg>
        <pc:spChg chg="add del">
          <ac:chgData name="Awais Asghar" userId="4e531a22-1881-423e-b958-a671f924ba4b" providerId="ADAL" clId="{C9B44D41-7B93-40E0-8043-43C5F331F14C}" dt="2025-12-18T06:29:28.839" v="490" actId="26606"/>
          <ac:spMkLst>
            <pc:docMk/>
            <pc:sldMk cId="3154309222" sldId="277"/>
            <ac:spMk id="11" creationId="{355161C6-1218-4EAF-A9E9-A319CFD760C9}"/>
          </ac:spMkLst>
        </pc:spChg>
        <pc:spChg chg="add">
          <ac:chgData name="Awais Asghar" userId="4e531a22-1881-423e-b958-a671f924ba4b" providerId="ADAL" clId="{C9B44D41-7B93-40E0-8043-43C5F331F14C}" dt="2025-12-18T06:29:28.886" v="491" actId="26606"/>
          <ac:spMkLst>
            <pc:docMk/>
            <pc:sldMk cId="3154309222" sldId="277"/>
            <ac:spMk id="13" creationId="{92070828-E616-4355-9C8A-A1065032B27D}"/>
          </ac:spMkLst>
        </pc:spChg>
        <pc:spChg chg="add">
          <ac:chgData name="Awais Asghar" userId="4e531a22-1881-423e-b958-a671f924ba4b" providerId="ADAL" clId="{C9B44D41-7B93-40E0-8043-43C5F331F14C}" dt="2025-12-18T06:29:28.886" v="491" actId="26606"/>
          <ac:spMkLst>
            <pc:docMk/>
            <pc:sldMk cId="3154309222" sldId="277"/>
            <ac:spMk id="14" creationId="{355161C6-1218-4EAF-A9E9-A319CFD760C9}"/>
          </ac:spMkLst>
        </pc:spChg>
        <pc:graphicFrameChg chg="add del">
          <ac:chgData name="Awais Asghar" userId="4e531a22-1881-423e-b958-a671f924ba4b" providerId="ADAL" clId="{C9B44D41-7B93-40E0-8043-43C5F331F14C}" dt="2025-12-18T06:29:28.839" v="490" actId="26606"/>
          <ac:graphicFrameMkLst>
            <pc:docMk/>
            <pc:sldMk cId="3154309222" sldId="277"/>
            <ac:graphicFrameMk id="5" creationId="{F006979D-85D7-29CC-3F6E-A514C12EF0A9}"/>
          </ac:graphicFrameMkLst>
        </pc:graphicFrameChg>
        <pc:graphicFrameChg chg="add">
          <ac:chgData name="Awais Asghar" userId="4e531a22-1881-423e-b958-a671f924ba4b" providerId="ADAL" clId="{C9B44D41-7B93-40E0-8043-43C5F331F14C}" dt="2025-12-18T06:29:28.886" v="491" actId="26606"/>
          <ac:graphicFrameMkLst>
            <pc:docMk/>
            <pc:sldMk cId="3154309222" sldId="277"/>
            <ac:graphicFrameMk id="15" creationId="{A6A1B2A0-700C-D2BA-BB37-9F86B73D5836}"/>
          </ac:graphicFrameMkLst>
        </pc:graphicFrameChg>
      </pc:sldChg>
      <pc:sldChg chg="addSp delSp modSp new mod setBg">
        <pc:chgData name="Awais Asghar" userId="4e531a22-1881-423e-b958-a671f924ba4b" providerId="ADAL" clId="{C9B44D41-7B93-40E0-8043-43C5F331F14C}" dt="2025-12-18T06:30:18.963" v="508" actId="26606"/>
        <pc:sldMkLst>
          <pc:docMk/>
          <pc:sldMk cId="2896130132" sldId="278"/>
        </pc:sldMkLst>
        <pc:spChg chg="mod">
          <ac:chgData name="Awais Asghar" userId="4e531a22-1881-423e-b958-a671f924ba4b" providerId="ADAL" clId="{C9B44D41-7B93-40E0-8043-43C5F331F14C}" dt="2025-12-18T06:30:18.963" v="508" actId="26606"/>
          <ac:spMkLst>
            <pc:docMk/>
            <pc:sldMk cId="2896130132" sldId="278"/>
            <ac:spMk id="2" creationId="{F28F0CC1-4E51-68DE-B101-6BD577ED3E6C}"/>
          </ac:spMkLst>
        </pc:spChg>
        <pc:spChg chg="mod">
          <ac:chgData name="Awais Asghar" userId="4e531a22-1881-423e-b958-a671f924ba4b" providerId="ADAL" clId="{C9B44D41-7B93-40E0-8043-43C5F331F14C}" dt="2025-12-18T06:30:18.963" v="508" actId="26606"/>
          <ac:spMkLst>
            <pc:docMk/>
            <pc:sldMk cId="2896130132" sldId="278"/>
            <ac:spMk id="3" creationId="{2C032199-2772-2407-3D17-9F3F13F40633}"/>
          </ac:spMkLst>
        </pc:spChg>
        <pc:spChg chg="add del">
          <ac:chgData name="Awais Asghar" userId="4e531a22-1881-423e-b958-a671f924ba4b" providerId="ADAL" clId="{C9B44D41-7B93-40E0-8043-43C5F331F14C}" dt="2025-12-18T06:30:15.454" v="505" actId="26606"/>
          <ac:spMkLst>
            <pc:docMk/>
            <pc:sldMk cId="2896130132" sldId="278"/>
            <ac:spMk id="9" creationId="{94C5663A-0CE3-4AEE-B47E-FB68D9EBFE1A}"/>
          </ac:spMkLst>
        </pc:spChg>
        <pc:spChg chg="add del">
          <ac:chgData name="Awais Asghar" userId="4e531a22-1881-423e-b958-a671f924ba4b" providerId="ADAL" clId="{C9B44D41-7B93-40E0-8043-43C5F331F14C}" dt="2025-12-18T06:30:18.919" v="507" actId="26606"/>
          <ac:spMkLst>
            <pc:docMk/>
            <pc:sldMk cId="2896130132" sldId="278"/>
            <ac:spMk id="11" creationId="{1CDD8E39-EA14-4679-9655-1BFF5A7B63EE}"/>
          </ac:spMkLst>
        </pc:spChg>
        <pc:spChg chg="add">
          <ac:chgData name="Awais Asghar" userId="4e531a22-1881-423e-b958-a671f924ba4b" providerId="ADAL" clId="{C9B44D41-7B93-40E0-8043-43C5F331F14C}" dt="2025-12-18T06:30:18.963" v="508" actId="26606"/>
          <ac:spMkLst>
            <pc:docMk/>
            <pc:sldMk cId="2896130132" sldId="278"/>
            <ac:spMk id="14" creationId="{FB84024F-EC38-45EF-82FA-C3241D5C7F41}"/>
          </ac:spMkLst>
        </pc:spChg>
        <pc:picChg chg="add del">
          <ac:chgData name="Awais Asghar" userId="4e531a22-1881-423e-b958-a671f924ba4b" providerId="ADAL" clId="{C9B44D41-7B93-40E0-8043-43C5F331F14C}" dt="2025-12-18T06:30:15.454" v="505" actId="26606"/>
          <ac:picMkLst>
            <pc:docMk/>
            <pc:sldMk cId="2896130132" sldId="278"/>
            <ac:picMk id="5" creationId="{825AFD72-1401-DC99-BE45-B900C0F67036}"/>
          </ac:picMkLst>
        </pc:picChg>
        <pc:picChg chg="add del">
          <ac:chgData name="Awais Asghar" userId="4e531a22-1881-423e-b958-a671f924ba4b" providerId="ADAL" clId="{C9B44D41-7B93-40E0-8043-43C5F331F14C}" dt="2025-12-18T06:30:18.919" v="507" actId="26606"/>
          <ac:picMkLst>
            <pc:docMk/>
            <pc:sldMk cId="2896130132" sldId="278"/>
            <ac:picMk id="12" creationId="{68D414C9-E5AD-4960-1025-E31C56C548BE}"/>
          </ac:picMkLst>
        </pc:picChg>
        <pc:picChg chg="add">
          <ac:chgData name="Awais Asghar" userId="4e531a22-1881-423e-b958-a671f924ba4b" providerId="ADAL" clId="{C9B44D41-7B93-40E0-8043-43C5F331F14C}" dt="2025-12-18T06:30:18.963" v="508" actId="26606"/>
          <ac:picMkLst>
            <pc:docMk/>
            <pc:sldMk cId="2896130132" sldId="278"/>
            <ac:picMk id="15" creationId="{C7BBC979-FFAE-FDA1-4871-F9A353ABA100}"/>
          </ac:picMkLst>
        </pc:picChg>
      </pc:sldChg>
      <pc:sldChg chg="addSp delSp add del setBg delDesignElem">
        <pc:chgData name="Awais Asghar" userId="4e531a22-1881-423e-b958-a671f924ba4b" providerId="ADAL" clId="{C9B44D41-7B93-40E0-8043-43C5F331F14C}" dt="2025-12-18T08:04:14.460" v="599"/>
        <pc:sldMkLst>
          <pc:docMk/>
          <pc:sldMk cId="329902221" sldId="279"/>
        </pc:sldMkLst>
        <pc:spChg chg="add del">
          <ac:chgData name="Awais Asghar" userId="4e531a22-1881-423e-b958-a671f924ba4b" providerId="ADAL" clId="{C9B44D41-7B93-40E0-8043-43C5F331F14C}" dt="2025-12-18T08:04:14.460" v="599"/>
          <ac:spMkLst>
            <pc:docMk/>
            <pc:sldMk cId="329902221" sldId="279"/>
            <ac:spMk id="9" creationId="{92070828-E616-4355-9C8A-A1065032B27D}"/>
          </ac:spMkLst>
        </pc:spChg>
        <pc:spChg chg="add del">
          <ac:chgData name="Awais Asghar" userId="4e531a22-1881-423e-b958-a671f924ba4b" providerId="ADAL" clId="{C9B44D41-7B93-40E0-8043-43C5F331F14C}" dt="2025-12-18T08:04:14.460" v="599"/>
          <ac:spMkLst>
            <pc:docMk/>
            <pc:sldMk cId="329902221" sldId="279"/>
            <ac:spMk id="11" creationId="{355161C6-1218-4EAF-A9E9-A319CFD760C9}"/>
          </ac:spMkLst>
        </pc:spChg>
      </pc:sldChg>
      <pc:sldChg chg="addSp delSp modSp new del mod">
        <pc:chgData name="Awais Asghar" userId="4e531a22-1881-423e-b958-a671f924ba4b" providerId="ADAL" clId="{C9B44D41-7B93-40E0-8043-43C5F331F14C}" dt="2025-12-18T08:41:20.765" v="867" actId="47"/>
        <pc:sldMkLst>
          <pc:docMk/>
          <pc:sldMk cId="417449494" sldId="279"/>
        </pc:sldMkLst>
        <pc:spChg chg="mod">
          <ac:chgData name="Awais Asghar" userId="4e531a22-1881-423e-b958-a671f924ba4b" providerId="ADAL" clId="{C9B44D41-7B93-40E0-8043-43C5F331F14C}" dt="2025-12-18T08:04:24.722" v="617" actId="20577"/>
          <ac:spMkLst>
            <pc:docMk/>
            <pc:sldMk cId="417449494" sldId="279"/>
            <ac:spMk id="2" creationId="{D3A0B8A2-0DE4-7798-9656-4F13C3C4D55D}"/>
          </ac:spMkLst>
        </pc:spChg>
        <pc:spChg chg="del">
          <ac:chgData name="Awais Asghar" userId="4e531a22-1881-423e-b958-a671f924ba4b" providerId="ADAL" clId="{C9B44D41-7B93-40E0-8043-43C5F331F14C}" dt="2025-12-18T08:35:27.210" v="753" actId="478"/>
          <ac:spMkLst>
            <pc:docMk/>
            <pc:sldMk cId="417449494" sldId="279"/>
            <ac:spMk id="3" creationId="{B606E85A-E87C-0E9D-41B7-ECE9CD1CB836}"/>
          </ac:spMkLst>
        </pc:spChg>
        <pc:spChg chg="add mod">
          <ac:chgData name="Awais Asghar" userId="4e531a22-1881-423e-b958-a671f924ba4b" providerId="ADAL" clId="{C9B44D41-7B93-40E0-8043-43C5F331F14C}" dt="2025-12-18T08:38:47.823" v="839" actId="14100"/>
          <ac:spMkLst>
            <pc:docMk/>
            <pc:sldMk cId="417449494" sldId="279"/>
            <ac:spMk id="10" creationId="{66825B2C-BA8D-6FD8-B0F5-0BAFDC4C4F44}"/>
          </ac:spMkLst>
        </pc:spChg>
        <pc:picChg chg="add del mod modCrop">
          <ac:chgData name="Awais Asghar" userId="4e531a22-1881-423e-b958-a671f924ba4b" providerId="ADAL" clId="{C9B44D41-7B93-40E0-8043-43C5F331F14C}" dt="2025-12-18T08:36:42.629" v="768" actId="478"/>
          <ac:picMkLst>
            <pc:docMk/>
            <pc:sldMk cId="417449494" sldId="279"/>
            <ac:picMk id="6" creationId="{DFD4A07C-2AA2-60C1-AF7D-AB7F316C4623}"/>
          </ac:picMkLst>
        </pc:picChg>
        <pc:picChg chg="add mod">
          <ac:chgData name="Awais Asghar" userId="4e531a22-1881-423e-b958-a671f924ba4b" providerId="ADAL" clId="{C9B44D41-7B93-40E0-8043-43C5F331F14C}" dt="2025-12-18T08:38:30.564" v="831" actId="1076"/>
          <ac:picMkLst>
            <pc:docMk/>
            <pc:sldMk cId="417449494" sldId="279"/>
            <ac:picMk id="8" creationId="{20CE12C9-67B7-31A0-DE02-44998352C84C}"/>
          </ac:picMkLst>
        </pc:picChg>
        <pc:picChg chg="add mod modCrop">
          <ac:chgData name="Awais Asghar" userId="4e531a22-1881-423e-b958-a671f924ba4b" providerId="ADAL" clId="{C9B44D41-7B93-40E0-8043-43C5F331F14C}" dt="2025-12-18T08:39:47.269" v="847" actId="14100"/>
          <ac:picMkLst>
            <pc:docMk/>
            <pc:sldMk cId="417449494" sldId="279"/>
            <ac:picMk id="12" creationId="{98FC3ABB-422A-2FFC-AB26-25B2C73151F7}"/>
          </ac:picMkLst>
        </pc:picChg>
      </pc:sldChg>
      <pc:sldChg chg="addSp delSp modSp new mod setBg">
        <pc:chgData name="Awais Asghar" userId="4e531a22-1881-423e-b958-a671f924ba4b" providerId="ADAL" clId="{C9B44D41-7B93-40E0-8043-43C5F331F14C}" dt="2025-12-18T08:25:02.638" v="659" actId="12100"/>
        <pc:sldMkLst>
          <pc:docMk/>
          <pc:sldMk cId="586104108" sldId="280"/>
        </pc:sldMkLst>
        <pc:spChg chg="mod">
          <ac:chgData name="Awais Asghar" userId="4e531a22-1881-423e-b958-a671f924ba4b" providerId="ADAL" clId="{C9B44D41-7B93-40E0-8043-43C5F331F14C}" dt="2025-12-18T08:24:55.072" v="657" actId="26606"/>
          <ac:spMkLst>
            <pc:docMk/>
            <pc:sldMk cId="586104108" sldId="280"/>
            <ac:spMk id="2" creationId="{5F8F22D4-F815-DAB3-A69E-ABE969CB74D5}"/>
          </ac:spMkLst>
        </pc:spChg>
        <pc:spChg chg="add del mod">
          <ac:chgData name="Awais Asghar" userId="4e531a22-1881-423e-b958-a671f924ba4b" providerId="ADAL" clId="{C9B44D41-7B93-40E0-8043-43C5F331F14C}" dt="2025-12-18T08:24:55.153" v="658" actId="26606"/>
          <ac:spMkLst>
            <pc:docMk/>
            <pc:sldMk cId="586104108" sldId="280"/>
            <ac:spMk id="3" creationId="{C906AF7F-01CB-2E0F-A4EF-F71397175BB9}"/>
          </ac:spMkLst>
        </pc:spChg>
        <pc:spChg chg="mod">
          <ac:chgData name="Awais Asghar" userId="4e531a22-1881-423e-b958-a671f924ba4b" providerId="ADAL" clId="{C9B44D41-7B93-40E0-8043-43C5F331F14C}" dt="2025-12-18T08:24:55.072" v="657" actId="26606"/>
          <ac:spMkLst>
            <pc:docMk/>
            <pc:sldMk cId="586104108" sldId="280"/>
            <ac:spMk id="4" creationId="{46C16F4A-F8FD-4A1C-F0B2-872EB8358AAF}"/>
          </ac:spMkLst>
        </pc:spChg>
        <pc:spChg chg="add del mod">
          <ac:chgData name="Awais Asghar" userId="4e531a22-1881-423e-b958-a671f924ba4b" providerId="ADAL" clId="{C9B44D41-7B93-40E0-8043-43C5F331F14C}" dt="2025-12-18T08:23:44.870" v="642"/>
          <ac:spMkLst>
            <pc:docMk/>
            <pc:sldMk cId="586104108" sldId="280"/>
            <ac:spMk id="5" creationId="{8E901474-C88E-0C6C-C406-35A10C2E3055}"/>
          </ac:spMkLst>
        </pc:spChg>
        <pc:spChg chg="add del mod">
          <ac:chgData name="Awais Asghar" userId="4e531a22-1881-423e-b958-a671f924ba4b" providerId="ADAL" clId="{C9B44D41-7B93-40E0-8043-43C5F331F14C}" dt="2025-12-18T08:24:11.712" v="644"/>
          <ac:spMkLst>
            <pc:docMk/>
            <pc:sldMk cId="586104108" sldId="280"/>
            <ac:spMk id="6" creationId="{F8C3B1F0-4FA8-64CE-1BD6-5BDF1BF9651E}"/>
          </ac:spMkLst>
        </pc:spChg>
        <pc:spChg chg="add del">
          <ac:chgData name="Awais Asghar" userId="4e531a22-1881-423e-b958-a671f924ba4b" providerId="ADAL" clId="{C9B44D41-7B93-40E0-8043-43C5F331F14C}" dt="2025-12-18T08:24:55.072" v="657" actId="26606"/>
          <ac:spMkLst>
            <pc:docMk/>
            <pc:sldMk cId="586104108" sldId="280"/>
            <ac:spMk id="10" creationId="{92070828-E616-4355-9C8A-A1065032B27D}"/>
          </ac:spMkLst>
        </pc:spChg>
        <pc:spChg chg="add del">
          <ac:chgData name="Awais Asghar" userId="4e531a22-1881-423e-b958-a671f924ba4b" providerId="ADAL" clId="{C9B44D41-7B93-40E0-8043-43C5F331F14C}" dt="2025-12-18T08:24:55.072" v="657" actId="26606"/>
          <ac:spMkLst>
            <pc:docMk/>
            <pc:sldMk cId="586104108" sldId="280"/>
            <ac:spMk id="12" creationId="{355161C6-1218-4EAF-A9E9-A319CFD760C9}"/>
          </ac:spMkLst>
        </pc:spChg>
        <pc:graphicFrameChg chg="add del">
          <ac:chgData name="Awais Asghar" userId="4e531a22-1881-423e-b958-a671f924ba4b" providerId="ADAL" clId="{C9B44D41-7B93-40E0-8043-43C5F331F14C}" dt="2025-12-18T08:24:55.072" v="657" actId="26606"/>
          <ac:graphicFrameMkLst>
            <pc:docMk/>
            <pc:sldMk cId="586104108" sldId="280"/>
            <ac:graphicFrameMk id="7" creationId="{2B7E401A-C915-FD29-97D1-F5E9C69D4B23}"/>
          </ac:graphicFrameMkLst>
        </pc:graphicFrameChg>
        <pc:graphicFrameChg chg="add mod">
          <ac:chgData name="Awais Asghar" userId="4e531a22-1881-423e-b958-a671f924ba4b" providerId="ADAL" clId="{C9B44D41-7B93-40E0-8043-43C5F331F14C}" dt="2025-12-18T08:25:02.638" v="659" actId="12100"/>
          <ac:graphicFrameMkLst>
            <pc:docMk/>
            <pc:sldMk cId="586104108" sldId="280"/>
            <ac:graphicFrameMk id="14" creationId="{40DB8C2D-CE18-B9B0-9A1A-526EC9836765}"/>
          </ac:graphicFrameMkLst>
        </pc:graphicFrameChg>
      </pc:sldChg>
      <pc:sldChg chg="addSp delSp modSp new del mod">
        <pc:chgData name="Awais Asghar" userId="4e531a22-1881-423e-b958-a671f924ba4b" providerId="ADAL" clId="{C9B44D41-7B93-40E0-8043-43C5F331F14C}" dt="2025-12-18T08:29:38.924" v="710" actId="47"/>
        <pc:sldMkLst>
          <pc:docMk/>
          <pc:sldMk cId="2063877070" sldId="281"/>
        </pc:sldMkLst>
        <pc:spChg chg="add del mod">
          <ac:chgData name="Awais Asghar" userId="4e531a22-1881-423e-b958-a671f924ba4b" providerId="ADAL" clId="{C9B44D41-7B93-40E0-8043-43C5F331F14C}" dt="2025-12-18T08:29:36.988" v="709" actId="20577"/>
          <ac:spMkLst>
            <pc:docMk/>
            <pc:sldMk cId="2063877070" sldId="281"/>
            <ac:spMk id="3" creationId="{AD76D4CC-8BAB-1037-2AC7-5A225FE69BD8}"/>
          </ac:spMkLst>
        </pc:spChg>
        <pc:spChg chg="add del mod">
          <ac:chgData name="Awais Asghar" userId="4e531a22-1881-423e-b958-a671f924ba4b" providerId="ADAL" clId="{C9B44D41-7B93-40E0-8043-43C5F331F14C}" dt="2025-12-18T08:29:36.125" v="708"/>
          <ac:spMkLst>
            <pc:docMk/>
            <pc:sldMk cId="2063877070" sldId="281"/>
            <ac:spMk id="5" creationId="{E2BC60BB-70D2-D463-DBEB-704CFA98D79C}"/>
          </ac:spMkLst>
        </pc:spChg>
      </pc:sldChg>
      <pc:sldChg chg="add del">
        <pc:chgData name="Awais Asghar" userId="4e531a22-1881-423e-b958-a671f924ba4b" providerId="ADAL" clId="{C9B44D41-7B93-40E0-8043-43C5F331F14C}" dt="2025-12-18T10:00:03.614" v="1089" actId="47"/>
        <pc:sldMkLst>
          <pc:docMk/>
          <pc:sldMk cId="2916649084" sldId="281"/>
        </pc:sldMkLst>
      </pc:sldChg>
      <pc:sldChg chg="addSp delSp modSp add mod ord">
        <pc:chgData name="Awais Asghar" userId="4e531a22-1881-423e-b958-a671f924ba4b" providerId="ADAL" clId="{C9B44D41-7B93-40E0-8043-43C5F331F14C}" dt="2025-12-18T14:49:38.269" v="1159" actId="207"/>
        <pc:sldMkLst>
          <pc:docMk/>
          <pc:sldMk cId="25652814" sldId="282"/>
        </pc:sldMkLst>
        <pc:spChg chg="add mod">
          <ac:chgData name="Awais Asghar" userId="4e531a22-1881-423e-b958-a671f924ba4b" providerId="ADAL" clId="{C9B44D41-7B93-40E0-8043-43C5F331F14C}" dt="2025-12-18T14:49:35.705" v="1158" actId="207"/>
          <ac:spMkLst>
            <pc:docMk/>
            <pc:sldMk cId="25652814" sldId="282"/>
            <ac:spMk id="3" creationId="{66477EAD-D7C0-80D5-61FC-AF87B79855EE}"/>
          </ac:spMkLst>
        </pc:spChg>
        <pc:spChg chg="mod">
          <ac:chgData name="Awais Asghar" userId="4e531a22-1881-423e-b958-a671f924ba4b" providerId="ADAL" clId="{C9B44D41-7B93-40E0-8043-43C5F331F14C}" dt="2025-12-18T14:49:38.269" v="1159" actId="207"/>
          <ac:spMkLst>
            <pc:docMk/>
            <pc:sldMk cId="25652814" sldId="282"/>
            <ac:spMk id="10" creationId="{66825B2C-BA8D-6FD8-B0F5-0BAFDC4C4F44}"/>
          </ac:spMkLst>
        </pc:spChg>
        <pc:spChg chg="add mod">
          <ac:chgData name="Awais Asghar" userId="4e531a22-1881-423e-b958-a671f924ba4b" providerId="ADAL" clId="{C9B44D41-7B93-40E0-8043-43C5F331F14C}" dt="2025-12-18T14:49:33.008" v="1157" actId="207"/>
          <ac:spMkLst>
            <pc:docMk/>
            <pc:sldMk cId="25652814" sldId="282"/>
            <ac:spMk id="14" creationId="{B41708C5-8D28-23C9-BBFD-AED503189BA4}"/>
          </ac:spMkLst>
        </pc:spChg>
        <pc:picChg chg="add mod">
          <ac:chgData name="Awais Asghar" userId="4e531a22-1881-423e-b958-a671f924ba4b" providerId="ADAL" clId="{C9B44D41-7B93-40E0-8043-43C5F331F14C}" dt="2025-12-18T10:03:12.792" v="1100" actId="14100"/>
          <ac:picMkLst>
            <pc:docMk/>
            <pc:sldMk cId="25652814" sldId="282"/>
            <ac:picMk id="6" creationId="{BF6C3623-F3B5-F8F7-2594-514750659CB5}"/>
          </ac:picMkLst>
        </pc:picChg>
        <pc:picChg chg="del">
          <ac:chgData name="Awais Asghar" userId="4e531a22-1881-423e-b958-a671f924ba4b" providerId="ADAL" clId="{C9B44D41-7B93-40E0-8043-43C5F331F14C}" dt="2025-12-18T09:55:28.820" v="921" actId="478"/>
          <ac:picMkLst>
            <pc:docMk/>
            <pc:sldMk cId="25652814" sldId="282"/>
            <ac:picMk id="8" creationId="{20CE12C9-67B7-31A0-DE02-44998352C84C}"/>
          </ac:picMkLst>
        </pc:picChg>
        <pc:picChg chg="add mod">
          <ac:chgData name="Awais Asghar" userId="4e531a22-1881-423e-b958-a671f924ba4b" providerId="ADAL" clId="{C9B44D41-7B93-40E0-8043-43C5F331F14C}" dt="2025-12-18T09:56:20.483" v="935" actId="1076"/>
          <ac:picMkLst>
            <pc:docMk/>
            <pc:sldMk cId="25652814" sldId="282"/>
            <ac:picMk id="9" creationId="{0E289164-006A-0EEE-3207-CC2BA0F4AD26}"/>
          </ac:picMkLst>
        </pc:picChg>
        <pc:picChg chg="del mod modCrop">
          <ac:chgData name="Awais Asghar" userId="4e531a22-1881-423e-b958-a671f924ba4b" providerId="ADAL" clId="{C9B44D41-7B93-40E0-8043-43C5F331F14C}" dt="2025-12-18T09:55:31.782" v="922" actId="478"/>
          <ac:picMkLst>
            <pc:docMk/>
            <pc:sldMk cId="25652814" sldId="282"/>
            <ac:picMk id="12" creationId="{98FC3ABB-422A-2FFC-AB26-25B2C73151F7}"/>
          </ac:picMkLst>
        </pc:picChg>
        <pc:picChg chg="add mod modCrop">
          <ac:chgData name="Awais Asghar" userId="4e531a22-1881-423e-b958-a671f924ba4b" providerId="ADAL" clId="{C9B44D41-7B93-40E0-8043-43C5F331F14C}" dt="2025-12-18T09:57:17.276" v="969" actId="14100"/>
          <ac:picMkLst>
            <pc:docMk/>
            <pc:sldMk cId="25652814" sldId="282"/>
            <ac:picMk id="13" creationId="{33E90837-83CA-455D-A167-E68D363A106E}"/>
          </ac:picMkLst>
        </pc:picChg>
      </pc:sldChg>
      <pc:sldChg chg="addSp delSp modSp add del mod">
        <pc:chgData name="Awais Asghar" userId="4e531a22-1881-423e-b958-a671f924ba4b" providerId="ADAL" clId="{C9B44D41-7B93-40E0-8043-43C5F331F14C}" dt="2025-12-18T09:57:51.065" v="993" actId="47"/>
        <pc:sldMkLst>
          <pc:docMk/>
          <pc:sldMk cId="1560800412" sldId="283"/>
        </pc:sldMkLst>
        <pc:spChg chg="mod">
          <ac:chgData name="Awais Asghar" userId="4e531a22-1881-423e-b958-a671f924ba4b" providerId="ADAL" clId="{C9B44D41-7B93-40E0-8043-43C5F331F14C}" dt="2025-12-18T08:43:36.623" v="884" actId="20577"/>
          <ac:spMkLst>
            <pc:docMk/>
            <pc:sldMk cId="1560800412" sldId="283"/>
            <ac:spMk id="3" creationId="{66477EAD-D7C0-80D5-61FC-AF87B79855EE}"/>
          </ac:spMkLst>
        </pc:spChg>
        <pc:picChg chg="add mod">
          <ac:chgData name="Awais Asghar" userId="4e531a22-1881-423e-b958-a671f924ba4b" providerId="ADAL" clId="{C9B44D41-7B93-40E0-8043-43C5F331F14C}" dt="2025-12-18T08:43:25.795" v="878" actId="1076"/>
          <ac:picMkLst>
            <pc:docMk/>
            <pc:sldMk cId="1560800412" sldId="283"/>
            <ac:picMk id="6" creationId="{47CEE3C8-4E16-90DB-F7EF-8E2021194AFC}"/>
          </ac:picMkLst>
        </pc:picChg>
        <pc:picChg chg="del">
          <ac:chgData name="Awais Asghar" userId="4e531a22-1881-423e-b958-a671f924ba4b" providerId="ADAL" clId="{C9B44D41-7B93-40E0-8043-43C5F331F14C}" dt="2025-12-18T08:42:42.368" v="869" actId="478"/>
          <ac:picMkLst>
            <pc:docMk/>
            <pc:sldMk cId="1560800412" sldId="283"/>
            <ac:picMk id="8" creationId="{20CE12C9-67B7-31A0-DE02-44998352C84C}"/>
          </ac:picMkLst>
        </pc:picChg>
        <pc:picChg chg="add mod modCrop">
          <ac:chgData name="Awais Asghar" userId="4e531a22-1881-423e-b958-a671f924ba4b" providerId="ADAL" clId="{C9B44D41-7B93-40E0-8043-43C5F331F14C}" dt="2025-12-18T08:44:17.960" v="898" actId="1076"/>
          <ac:picMkLst>
            <pc:docMk/>
            <pc:sldMk cId="1560800412" sldId="283"/>
            <ac:picMk id="9" creationId="{0D429A8D-3FB8-E0D2-1C2D-F3892180CED2}"/>
          </ac:picMkLst>
        </pc:picChg>
        <pc:picChg chg="del">
          <ac:chgData name="Awais Asghar" userId="4e531a22-1881-423e-b958-a671f924ba4b" providerId="ADAL" clId="{C9B44D41-7B93-40E0-8043-43C5F331F14C}" dt="2025-12-18T08:42:44.031" v="870" actId="478"/>
          <ac:picMkLst>
            <pc:docMk/>
            <pc:sldMk cId="1560800412" sldId="283"/>
            <ac:picMk id="12" creationId="{98FC3ABB-422A-2FFC-AB26-25B2C73151F7}"/>
          </ac:picMkLst>
        </pc:picChg>
      </pc:sldChg>
      <pc:sldChg chg="addSp delSp modSp add mod setBg delDesignElem">
        <pc:chgData name="Awais Asghar" userId="4e531a22-1881-423e-b958-a671f924ba4b" providerId="ADAL" clId="{C9B44D41-7B93-40E0-8043-43C5F331F14C}" dt="2025-12-18T10:11:11.473" v="1110" actId="1076"/>
        <pc:sldMkLst>
          <pc:docMk/>
          <pc:sldMk cId="3330482750" sldId="284"/>
        </pc:sldMkLst>
        <pc:spChg chg="mod">
          <ac:chgData name="Awais Asghar" userId="4e531a22-1881-423e-b958-a671f924ba4b" providerId="ADAL" clId="{C9B44D41-7B93-40E0-8043-43C5F331F14C}" dt="2025-12-18T10:11:11.473" v="1110" actId="1076"/>
          <ac:spMkLst>
            <pc:docMk/>
            <pc:sldMk cId="3330482750" sldId="284"/>
            <ac:spMk id="2" creationId="{54012121-BF45-9AAB-F100-1A1831CFD978}"/>
          </ac:spMkLst>
        </pc:spChg>
        <pc:spChg chg="add del mod">
          <ac:chgData name="Awais Asghar" userId="4e531a22-1881-423e-b958-a671f924ba4b" providerId="ADAL" clId="{C9B44D41-7B93-40E0-8043-43C5F331F14C}" dt="2025-12-18T09:51:09.467" v="902" actId="478"/>
          <ac:spMkLst>
            <pc:docMk/>
            <pc:sldMk cId="3330482750" sldId="284"/>
            <ac:spMk id="6" creationId="{FD7CFB2E-F2F1-FB76-FCA6-951C6E3AAEB0}"/>
          </ac:spMkLst>
        </pc:spChg>
        <pc:spChg chg="del">
          <ac:chgData name="Awais Asghar" userId="4e531a22-1881-423e-b958-a671f924ba4b" providerId="ADAL" clId="{C9B44D41-7B93-40E0-8043-43C5F331F14C}" dt="2025-12-18T09:51:05.099" v="900"/>
          <ac:spMkLst>
            <pc:docMk/>
            <pc:sldMk cId="3330482750" sldId="284"/>
            <ac:spMk id="9" creationId="{92070828-E616-4355-9C8A-A1065032B27D}"/>
          </ac:spMkLst>
        </pc:spChg>
        <pc:spChg chg="del">
          <ac:chgData name="Awais Asghar" userId="4e531a22-1881-423e-b958-a671f924ba4b" providerId="ADAL" clId="{C9B44D41-7B93-40E0-8043-43C5F331F14C}" dt="2025-12-18T09:51:05.099" v="900"/>
          <ac:spMkLst>
            <pc:docMk/>
            <pc:sldMk cId="3330482750" sldId="284"/>
            <ac:spMk id="11" creationId="{355161C6-1218-4EAF-A9E9-A319CFD760C9}"/>
          </ac:spMkLst>
        </pc:spChg>
        <pc:graphicFrameChg chg="del">
          <ac:chgData name="Awais Asghar" userId="4e531a22-1881-423e-b958-a671f924ba4b" providerId="ADAL" clId="{C9B44D41-7B93-40E0-8043-43C5F331F14C}" dt="2025-12-18T09:51:07.468" v="901" actId="478"/>
          <ac:graphicFrameMkLst>
            <pc:docMk/>
            <pc:sldMk cId="3330482750" sldId="284"/>
            <ac:graphicFrameMk id="5" creationId="{2F2E7C1A-C7F1-5B9B-1D31-87FA6D3A7BD6}"/>
          </ac:graphicFrameMkLst>
        </pc:graphicFrameChg>
        <pc:picChg chg="add del mod">
          <ac:chgData name="Awais Asghar" userId="4e531a22-1881-423e-b958-a671f924ba4b" providerId="ADAL" clId="{C9B44D41-7B93-40E0-8043-43C5F331F14C}" dt="2025-12-18T09:51:35.346" v="905" actId="478"/>
          <ac:picMkLst>
            <pc:docMk/>
            <pc:sldMk cId="3330482750" sldId="284"/>
            <ac:picMk id="8" creationId="{D5B5D0D9-FB54-3E40-020A-8B862CCF7092}"/>
          </ac:picMkLst>
        </pc:picChg>
        <pc:picChg chg="add mod">
          <ac:chgData name="Awais Asghar" userId="4e531a22-1881-423e-b958-a671f924ba4b" providerId="ADAL" clId="{C9B44D41-7B93-40E0-8043-43C5F331F14C}" dt="2025-12-18T09:52:41.414" v="919" actId="1076"/>
          <ac:picMkLst>
            <pc:docMk/>
            <pc:sldMk cId="3330482750" sldId="284"/>
            <ac:picMk id="12" creationId="{01066B4F-9E54-E4E4-0ACD-DB65A61E22E5}"/>
          </ac:picMkLst>
        </pc:picChg>
        <pc:picChg chg="add del mod">
          <ac:chgData name="Awais Asghar" userId="4e531a22-1881-423e-b958-a671f924ba4b" providerId="ADAL" clId="{C9B44D41-7B93-40E0-8043-43C5F331F14C}" dt="2025-12-18T09:52:17.303" v="910" actId="478"/>
          <ac:picMkLst>
            <pc:docMk/>
            <pc:sldMk cId="3330482750" sldId="284"/>
            <ac:picMk id="14" creationId="{8F1C226A-2B50-62F9-6A22-3917D5D07F19}"/>
          </ac:picMkLst>
        </pc:picChg>
        <pc:picChg chg="add mod">
          <ac:chgData name="Awais Asghar" userId="4e531a22-1881-423e-b958-a671f924ba4b" providerId="ADAL" clId="{C9B44D41-7B93-40E0-8043-43C5F331F14C}" dt="2025-12-18T09:53:49.207" v="920" actId="1076"/>
          <ac:picMkLst>
            <pc:docMk/>
            <pc:sldMk cId="3330482750" sldId="284"/>
            <ac:picMk id="16" creationId="{3E8E0694-7223-36AF-38A8-5D682C0E02D3}"/>
          </ac:picMkLst>
        </pc:picChg>
      </pc:sldChg>
      <pc:sldChg chg="addSp delSp modSp add mod">
        <pc:chgData name="Awais Asghar" userId="4e531a22-1881-423e-b958-a671f924ba4b" providerId="ADAL" clId="{C9B44D41-7B93-40E0-8043-43C5F331F14C}" dt="2025-12-18T14:49:27.374" v="1156" actId="207"/>
        <pc:sldMkLst>
          <pc:docMk/>
          <pc:sldMk cId="3883912164" sldId="285"/>
        </pc:sldMkLst>
        <pc:spChg chg="mod">
          <ac:chgData name="Awais Asghar" userId="4e531a22-1881-423e-b958-a671f924ba4b" providerId="ADAL" clId="{C9B44D41-7B93-40E0-8043-43C5F331F14C}" dt="2025-12-18T14:49:25.097" v="1155" actId="207"/>
          <ac:spMkLst>
            <pc:docMk/>
            <pc:sldMk cId="3883912164" sldId="285"/>
            <ac:spMk id="3" creationId="{66477EAD-D7C0-80D5-61FC-AF87B79855EE}"/>
          </ac:spMkLst>
        </pc:spChg>
        <pc:spChg chg="mod">
          <ac:chgData name="Awais Asghar" userId="4e531a22-1881-423e-b958-a671f924ba4b" providerId="ADAL" clId="{C9B44D41-7B93-40E0-8043-43C5F331F14C}" dt="2025-12-18T14:49:17.160" v="1149" actId="207"/>
          <ac:spMkLst>
            <pc:docMk/>
            <pc:sldMk cId="3883912164" sldId="285"/>
            <ac:spMk id="10" creationId="{66825B2C-BA8D-6FD8-B0F5-0BAFDC4C4F44}"/>
          </ac:spMkLst>
        </pc:spChg>
        <pc:spChg chg="mod">
          <ac:chgData name="Awais Asghar" userId="4e531a22-1881-423e-b958-a671f924ba4b" providerId="ADAL" clId="{C9B44D41-7B93-40E0-8043-43C5F331F14C}" dt="2025-12-18T14:49:27.374" v="1156" actId="207"/>
          <ac:spMkLst>
            <pc:docMk/>
            <pc:sldMk cId="3883912164" sldId="285"/>
            <ac:spMk id="14" creationId="{B41708C5-8D28-23C9-BBFD-AED503189BA4}"/>
          </ac:spMkLst>
        </pc:spChg>
        <pc:picChg chg="del">
          <ac:chgData name="Awais Asghar" userId="4e531a22-1881-423e-b958-a671f924ba4b" providerId="ADAL" clId="{C9B44D41-7B93-40E0-8043-43C5F331F14C}" dt="2025-12-18T09:57:54.238" v="995" actId="478"/>
          <ac:picMkLst>
            <pc:docMk/>
            <pc:sldMk cId="3883912164" sldId="285"/>
            <ac:picMk id="6" creationId="{BF6C3623-F3B5-F8F7-2594-514750659CB5}"/>
          </ac:picMkLst>
        </pc:picChg>
        <pc:picChg chg="add mod">
          <ac:chgData name="Awais Asghar" userId="4e531a22-1881-423e-b958-a671f924ba4b" providerId="ADAL" clId="{C9B44D41-7B93-40E0-8043-43C5F331F14C}" dt="2025-12-18T09:59:23.992" v="1074" actId="1076"/>
          <ac:picMkLst>
            <pc:docMk/>
            <pc:sldMk cId="3883912164" sldId="285"/>
            <ac:picMk id="7" creationId="{23DD503D-76DA-BF4D-663E-EB754D18D246}"/>
          </ac:picMkLst>
        </pc:picChg>
        <pc:picChg chg="del">
          <ac:chgData name="Awais Asghar" userId="4e531a22-1881-423e-b958-a671f924ba4b" providerId="ADAL" clId="{C9B44D41-7B93-40E0-8043-43C5F331F14C}" dt="2025-12-18T09:57:53.036" v="994" actId="478"/>
          <ac:picMkLst>
            <pc:docMk/>
            <pc:sldMk cId="3883912164" sldId="285"/>
            <ac:picMk id="9" creationId="{0E289164-006A-0EEE-3207-CC2BA0F4AD26}"/>
          </ac:picMkLst>
        </pc:picChg>
        <pc:picChg chg="add mod modCrop">
          <ac:chgData name="Awais Asghar" userId="4e531a22-1881-423e-b958-a671f924ba4b" providerId="ADAL" clId="{C9B44D41-7B93-40E0-8043-43C5F331F14C}" dt="2025-12-18T09:59:22.523" v="1073" actId="1076"/>
          <ac:picMkLst>
            <pc:docMk/>
            <pc:sldMk cId="3883912164" sldId="285"/>
            <ac:picMk id="11" creationId="{42ACF58C-2883-DE11-65FF-9A93C91CE850}"/>
          </ac:picMkLst>
        </pc:picChg>
        <pc:picChg chg="del">
          <ac:chgData name="Awais Asghar" userId="4e531a22-1881-423e-b958-a671f924ba4b" providerId="ADAL" clId="{C9B44D41-7B93-40E0-8043-43C5F331F14C}" dt="2025-12-18T09:57:57.597" v="996" actId="478"/>
          <ac:picMkLst>
            <pc:docMk/>
            <pc:sldMk cId="3883912164" sldId="285"/>
            <ac:picMk id="13" creationId="{33E90837-83CA-455D-A167-E68D363A106E}"/>
          </ac:picMkLst>
        </pc:picChg>
        <pc:picChg chg="add mod modCrop">
          <ac:chgData name="Awais Asghar" userId="4e531a22-1881-423e-b958-a671f924ba4b" providerId="ADAL" clId="{C9B44D41-7B93-40E0-8043-43C5F331F14C}" dt="2025-12-18T10:00:42.221" v="1092" actId="1076"/>
          <ac:picMkLst>
            <pc:docMk/>
            <pc:sldMk cId="3883912164" sldId="285"/>
            <ac:picMk id="15" creationId="{D19625A8-CEA8-56D3-5D04-ABCCBC3CC1EC}"/>
          </ac:picMkLst>
        </pc:picChg>
      </pc:sldChg>
      <pc:sldChg chg="addSp delSp modSp add mod">
        <pc:chgData name="Awais Asghar" userId="4e531a22-1881-423e-b958-a671f924ba4b" providerId="ADAL" clId="{C9B44D41-7B93-40E0-8043-43C5F331F14C}" dt="2025-12-18T10:13:48.510" v="1148" actId="1076"/>
        <pc:sldMkLst>
          <pc:docMk/>
          <pc:sldMk cId="2858214214" sldId="286"/>
        </pc:sldMkLst>
        <pc:spChg chg="mod">
          <ac:chgData name="Awais Asghar" userId="4e531a22-1881-423e-b958-a671f924ba4b" providerId="ADAL" clId="{C9B44D41-7B93-40E0-8043-43C5F331F14C}" dt="2025-12-18T10:11:46.992" v="1132" actId="14100"/>
          <ac:spMkLst>
            <pc:docMk/>
            <pc:sldMk cId="2858214214" sldId="286"/>
            <ac:spMk id="2" creationId="{54012121-BF45-9AAB-F100-1A1831CFD978}"/>
          </ac:spMkLst>
        </pc:spChg>
        <pc:picChg chg="add mod modCrop">
          <ac:chgData name="Awais Asghar" userId="4e531a22-1881-423e-b958-a671f924ba4b" providerId="ADAL" clId="{C9B44D41-7B93-40E0-8043-43C5F331F14C}" dt="2025-12-18T10:13:07.283" v="1140" actId="732"/>
          <ac:picMkLst>
            <pc:docMk/>
            <pc:sldMk cId="2858214214" sldId="286"/>
            <ac:picMk id="5" creationId="{4F1CF8C1-C5A6-CE90-F243-FB9673D4C362}"/>
          </ac:picMkLst>
        </pc:picChg>
        <pc:picChg chg="add mod modCrop">
          <ac:chgData name="Awais Asghar" userId="4e531a22-1881-423e-b958-a671f924ba4b" providerId="ADAL" clId="{C9B44D41-7B93-40E0-8043-43C5F331F14C}" dt="2025-12-18T10:13:15.132" v="1142" actId="732"/>
          <ac:picMkLst>
            <pc:docMk/>
            <pc:sldMk cId="2858214214" sldId="286"/>
            <ac:picMk id="7" creationId="{C1043FE4-7374-468C-DEAB-7E42EB7C9B68}"/>
          </ac:picMkLst>
        </pc:picChg>
        <pc:picChg chg="add mod">
          <ac:chgData name="Awais Asghar" userId="4e531a22-1881-423e-b958-a671f924ba4b" providerId="ADAL" clId="{C9B44D41-7B93-40E0-8043-43C5F331F14C}" dt="2025-12-18T10:13:48.510" v="1148" actId="1076"/>
          <ac:picMkLst>
            <pc:docMk/>
            <pc:sldMk cId="2858214214" sldId="286"/>
            <ac:picMk id="9" creationId="{E4D987E4-D6E0-1518-40D7-BF2086896C7F}"/>
          </ac:picMkLst>
        </pc:picChg>
        <pc:picChg chg="del">
          <ac:chgData name="Awais Asghar" userId="4e531a22-1881-423e-b958-a671f924ba4b" providerId="ADAL" clId="{C9B44D41-7B93-40E0-8043-43C5F331F14C}" dt="2025-12-18T10:11:50.177" v="1134" actId="478"/>
          <ac:picMkLst>
            <pc:docMk/>
            <pc:sldMk cId="2858214214" sldId="286"/>
            <ac:picMk id="12" creationId="{01066B4F-9E54-E4E4-0ACD-DB65A61E22E5}"/>
          </ac:picMkLst>
        </pc:picChg>
        <pc:picChg chg="del">
          <ac:chgData name="Awais Asghar" userId="4e531a22-1881-423e-b958-a671f924ba4b" providerId="ADAL" clId="{C9B44D41-7B93-40E0-8043-43C5F331F14C}" dt="2025-12-18T10:11:49.053" v="1133" actId="478"/>
          <ac:picMkLst>
            <pc:docMk/>
            <pc:sldMk cId="2858214214" sldId="286"/>
            <ac:picMk id="16" creationId="{3E8E0694-7223-36AF-38A8-5D682C0E02D3}"/>
          </ac:picMkLst>
        </pc:picChg>
      </pc:sldChg>
      <pc:sldChg chg="addSp delSp modSp new mod setBg addAnim setClrOvrMap">
        <pc:chgData name="Awais Asghar" userId="4e531a22-1881-423e-b958-a671f924ba4b" providerId="ADAL" clId="{C9B44D41-7B93-40E0-8043-43C5F331F14C}" dt="2025-12-18T14:55:58.923" v="1220" actId="1076"/>
        <pc:sldMkLst>
          <pc:docMk/>
          <pc:sldMk cId="3502294492" sldId="287"/>
        </pc:sldMkLst>
        <pc:spChg chg="mod">
          <ac:chgData name="Awais Asghar" userId="4e531a22-1881-423e-b958-a671f924ba4b" providerId="ADAL" clId="{C9B44D41-7B93-40E0-8043-43C5F331F14C}" dt="2025-12-18T14:55:58.923" v="1220" actId="1076"/>
          <ac:spMkLst>
            <pc:docMk/>
            <pc:sldMk cId="3502294492" sldId="287"/>
            <ac:spMk id="2" creationId="{23C8478F-99C9-02D1-675A-8CE4EF4704FE}"/>
          </ac:spMkLst>
        </pc:spChg>
        <pc:spChg chg="del">
          <ac:chgData name="Awais Asghar" userId="4e531a22-1881-423e-b958-a671f924ba4b" providerId="ADAL" clId="{C9B44D41-7B93-40E0-8043-43C5F331F14C}" dt="2025-12-18T14:51:08.231" v="1180" actId="478"/>
          <ac:spMkLst>
            <pc:docMk/>
            <pc:sldMk cId="3502294492" sldId="287"/>
            <ac:spMk id="3" creationId="{3D3D1768-BA6E-6887-0D97-DC8A3B404B74}"/>
          </ac:spMkLst>
        </pc:spChg>
        <pc:spChg chg="mod">
          <ac:chgData name="Awais Asghar" userId="4e531a22-1881-423e-b958-a671f924ba4b" providerId="ADAL" clId="{C9B44D41-7B93-40E0-8043-43C5F331F14C}" dt="2025-12-18T14:54:45.397" v="1211" actId="26606"/>
          <ac:spMkLst>
            <pc:docMk/>
            <pc:sldMk cId="3502294492" sldId="287"/>
            <ac:spMk id="4" creationId="{2A8C4A29-194E-22B3-26E2-ED901F9EAD74}"/>
          </ac:spMkLst>
        </pc:spChg>
        <pc:spChg chg="add del">
          <ac:chgData name="Awais Asghar" userId="4e531a22-1881-423e-b958-a671f924ba4b" providerId="ADAL" clId="{C9B44D41-7B93-40E0-8043-43C5F331F14C}" dt="2025-12-18T14:54:45.397" v="1211" actId="26606"/>
          <ac:spMkLst>
            <pc:docMk/>
            <pc:sldMk cId="3502294492" sldId="287"/>
            <ac:spMk id="11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14:54:45.397" v="1211" actId="26606"/>
          <ac:spMkLst>
            <pc:docMk/>
            <pc:sldMk cId="3502294492" sldId="287"/>
            <ac:spMk id="13" creationId="{E2CFBC99-FB8F-41F7-A81D-A5288D688D79}"/>
          </ac:spMkLst>
        </pc:spChg>
        <pc:spChg chg="add del">
          <ac:chgData name="Awais Asghar" userId="4e531a22-1881-423e-b958-a671f924ba4b" providerId="ADAL" clId="{C9B44D41-7B93-40E0-8043-43C5F331F14C}" dt="2025-12-18T14:54:45.397" v="1211" actId="26606"/>
          <ac:spMkLst>
            <pc:docMk/>
            <pc:sldMk cId="3502294492" sldId="287"/>
            <ac:spMk id="15" creationId="{1EF86BFA-9133-4F6B-98BE-1CBB87EB62F5}"/>
          </ac:spMkLst>
        </pc:spChg>
        <pc:spChg chg="add del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20" creationId="{0D57E7FA-E8FC-45AC-868F-CDC8144939D6}"/>
          </ac:spMkLst>
        </pc:spChg>
        <pc:spChg chg="add del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22" creationId="{727F3F19-5A4B-42AD-9A79-B8279086A6FC}"/>
          </ac:spMkLst>
        </pc:spChg>
        <pc:spChg chg="add del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24" creationId="{8202C37C-3123-4850-965F-F823CD438B52}"/>
          </ac:spMkLst>
        </pc:spChg>
        <pc:spChg chg="add del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26" creationId="{9C7604DA-1A80-47FD-9F09-D72DC278D24B}"/>
          </ac:spMkLst>
        </pc:spChg>
        <pc:spChg chg="add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31" creationId="{0D57E7FA-E8FC-45AC-868F-CDC8144939D6}"/>
          </ac:spMkLst>
        </pc:spChg>
        <pc:spChg chg="add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33" creationId="{727F3F19-5A4B-42AD-9A79-B8279086A6FC}"/>
          </ac:spMkLst>
        </pc:spChg>
        <pc:spChg chg="add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35" creationId="{8202C37C-3123-4850-965F-F823CD438B52}"/>
          </ac:spMkLst>
        </pc:spChg>
        <pc:spChg chg="add">
          <ac:chgData name="Awais Asghar" userId="4e531a22-1881-423e-b958-a671f924ba4b" providerId="ADAL" clId="{C9B44D41-7B93-40E0-8043-43C5F331F14C}" dt="2025-12-18T14:55:30.200" v="1217" actId="26606"/>
          <ac:spMkLst>
            <pc:docMk/>
            <pc:sldMk cId="3502294492" sldId="287"/>
            <ac:spMk id="37" creationId="{9C7604DA-1A80-47FD-9F09-D72DC278D24B}"/>
          </ac:spMkLst>
        </pc:spChg>
        <pc:picChg chg="add mod ord">
          <ac:chgData name="Awais Asghar" userId="4e531a22-1881-423e-b958-a671f924ba4b" providerId="ADAL" clId="{C9B44D41-7B93-40E0-8043-43C5F331F14C}" dt="2025-12-18T14:55:10.412" v="1215" actId="688"/>
          <ac:picMkLst>
            <pc:docMk/>
            <pc:sldMk cId="3502294492" sldId="287"/>
            <ac:picMk id="6" creationId="{C53A0C81-47D1-9FA9-D25B-ABDCBDCA6FE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63.svg"/><Relationship Id="rId9" Type="http://schemas.openxmlformats.org/officeDocument/2006/relationships/image" Target="../media/image68.png"/><Relationship Id="rId14" Type="http://schemas.openxmlformats.org/officeDocument/2006/relationships/image" Target="../media/image73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svg"/><Relationship Id="rId1" Type="http://schemas.openxmlformats.org/officeDocument/2006/relationships/image" Target="../media/image24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64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63.svg"/><Relationship Id="rId9" Type="http://schemas.openxmlformats.org/officeDocument/2006/relationships/image" Target="../media/image68.png"/><Relationship Id="rId14" Type="http://schemas.openxmlformats.org/officeDocument/2006/relationships/image" Target="../media/image73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svg"/><Relationship Id="rId1" Type="http://schemas.openxmlformats.org/officeDocument/2006/relationships/image" Target="../media/image24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64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FCBF3-F1BB-42C8-9E17-852E0BAF61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980D2AA-731D-4CD4-84FC-D6AAD1B7D85B}">
      <dgm:prSet custT="1"/>
      <dgm:spPr/>
      <dgm:t>
        <a:bodyPr/>
        <a:lstStyle/>
        <a:p>
          <a:r>
            <a:rPr lang="en-US" sz="2000" dirty="0"/>
            <a:t>Manual electricity monitoring is inefficient and error-prone</a:t>
          </a:r>
        </a:p>
      </dgm:t>
    </dgm:pt>
    <dgm:pt modelId="{94BB7A33-B988-4226-A6AB-B3D990B942BF}" type="parTrans" cxnId="{7A9645D7-55C2-4012-BD9F-BC92DBF1E5A8}">
      <dgm:prSet/>
      <dgm:spPr/>
      <dgm:t>
        <a:bodyPr/>
        <a:lstStyle/>
        <a:p>
          <a:endParaRPr lang="en-US" sz="2000"/>
        </a:p>
      </dgm:t>
    </dgm:pt>
    <dgm:pt modelId="{8E1D3351-47D4-4D06-9E1C-ACBA82B80CAA}" type="sibTrans" cxnId="{7A9645D7-55C2-4012-BD9F-BC92DBF1E5A8}">
      <dgm:prSet/>
      <dgm:spPr/>
      <dgm:t>
        <a:bodyPr/>
        <a:lstStyle/>
        <a:p>
          <a:endParaRPr lang="en-US" sz="2000"/>
        </a:p>
      </dgm:t>
    </dgm:pt>
    <dgm:pt modelId="{67C036B6-A995-4C82-B359-C695325B8762}">
      <dgm:prSet custT="1"/>
      <dgm:spPr/>
      <dgm:t>
        <a:bodyPr/>
        <a:lstStyle/>
        <a:p>
          <a:r>
            <a:rPr lang="en-US" sz="2000" dirty="0"/>
            <a:t>No real-time visibility of power consumption</a:t>
          </a:r>
        </a:p>
      </dgm:t>
    </dgm:pt>
    <dgm:pt modelId="{5041B004-D871-4278-A9EB-E19C72CD338D}" type="parTrans" cxnId="{C534DBFF-2CD1-40C7-8CA1-F4EF952D75A4}">
      <dgm:prSet/>
      <dgm:spPr/>
      <dgm:t>
        <a:bodyPr/>
        <a:lstStyle/>
        <a:p>
          <a:endParaRPr lang="en-US" sz="2000"/>
        </a:p>
      </dgm:t>
    </dgm:pt>
    <dgm:pt modelId="{37E896E6-9040-404E-B2B8-07FC588EB180}" type="sibTrans" cxnId="{C534DBFF-2CD1-40C7-8CA1-F4EF952D75A4}">
      <dgm:prSet/>
      <dgm:spPr/>
      <dgm:t>
        <a:bodyPr/>
        <a:lstStyle/>
        <a:p>
          <a:endParaRPr lang="en-US" sz="2000"/>
        </a:p>
      </dgm:t>
    </dgm:pt>
    <dgm:pt modelId="{4229EF16-EAF1-4F79-8DCD-B43859AA0E32}">
      <dgm:prSet custT="1"/>
      <dgm:spPr/>
      <dgm:t>
        <a:bodyPr/>
        <a:lstStyle/>
        <a:p>
          <a:r>
            <a:rPr lang="en-US" sz="2000"/>
            <a:t>Traditional meters do not provide cloud access or billing estimation</a:t>
          </a:r>
        </a:p>
      </dgm:t>
    </dgm:pt>
    <dgm:pt modelId="{4B2DD690-92F8-4D90-A1E7-7A15FF911454}" type="parTrans" cxnId="{21ADE163-61E8-422A-BB9B-6D6AA1C4D1A1}">
      <dgm:prSet/>
      <dgm:spPr/>
      <dgm:t>
        <a:bodyPr/>
        <a:lstStyle/>
        <a:p>
          <a:endParaRPr lang="en-US" sz="2000"/>
        </a:p>
      </dgm:t>
    </dgm:pt>
    <dgm:pt modelId="{7BEF7A80-1C84-45B1-AFC4-24682E05FBDC}" type="sibTrans" cxnId="{21ADE163-61E8-422A-BB9B-6D6AA1C4D1A1}">
      <dgm:prSet/>
      <dgm:spPr/>
      <dgm:t>
        <a:bodyPr/>
        <a:lstStyle/>
        <a:p>
          <a:endParaRPr lang="en-US" sz="2000"/>
        </a:p>
      </dgm:t>
    </dgm:pt>
    <dgm:pt modelId="{6A13DEA2-F6DD-4335-91D7-4DED80AC0C2C}">
      <dgm:prSet custT="1"/>
      <dgm:spPr/>
      <dgm:t>
        <a:bodyPr/>
        <a:lstStyle/>
        <a:p>
          <a:r>
            <a:rPr lang="en-US" sz="2000"/>
            <a:t>Need for a low-cost embedded solution for real-time energy monitoring</a:t>
          </a:r>
        </a:p>
      </dgm:t>
    </dgm:pt>
    <dgm:pt modelId="{B1AAA0C8-C14A-448E-900F-3E0FF9E543C5}" type="parTrans" cxnId="{BD193BDC-A846-4550-B2A9-47B0796BAD87}">
      <dgm:prSet/>
      <dgm:spPr/>
      <dgm:t>
        <a:bodyPr/>
        <a:lstStyle/>
        <a:p>
          <a:endParaRPr lang="en-US" sz="2000"/>
        </a:p>
      </dgm:t>
    </dgm:pt>
    <dgm:pt modelId="{CAAC47A0-5F36-4A26-9FFA-4137A1A2C9EF}" type="sibTrans" cxnId="{BD193BDC-A846-4550-B2A9-47B0796BAD87}">
      <dgm:prSet/>
      <dgm:spPr/>
      <dgm:t>
        <a:bodyPr/>
        <a:lstStyle/>
        <a:p>
          <a:endParaRPr lang="en-US" sz="2000"/>
        </a:p>
      </dgm:t>
    </dgm:pt>
    <dgm:pt modelId="{3A591DA0-0623-4A35-B0FA-EEB35783117A}" type="pres">
      <dgm:prSet presAssocID="{08CFCBF3-F1BB-42C8-9E17-852E0BAF61AA}" presName="root" presStyleCnt="0">
        <dgm:presLayoutVars>
          <dgm:dir/>
          <dgm:resizeHandles val="exact"/>
        </dgm:presLayoutVars>
      </dgm:prSet>
      <dgm:spPr/>
    </dgm:pt>
    <dgm:pt modelId="{E1C8352F-D727-4262-B454-C808964A37D0}" type="pres">
      <dgm:prSet presAssocID="{9980D2AA-731D-4CD4-84FC-D6AAD1B7D85B}" presName="compNode" presStyleCnt="0"/>
      <dgm:spPr/>
    </dgm:pt>
    <dgm:pt modelId="{60AFC803-7569-4D15-83EF-8A07CFDD7BA8}" type="pres">
      <dgm:prSet presAssocID="{9980D2AA-731D-4CD4-84FC-D6AAD1B7D85B}" presName="bgRect" presStyleLbl="bgShp" presStyleIdx="0" presStyleCnt="4"/>
      <dgm:spPr/>
    </dgm:pt>
    <dgm:pt modelId="{CE997A88-D5FE-40F9-8F9B-201A823BF8C1}" type="pres">
      <dgm:prSet presAssocID="{9980D2AA-731D-4CD4-84FC-D6AAD1B7D8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FC8A7008-936E-4503-8305-2B7846BF3136}" type="pres">
      <dgm:prSet presAssocID="{9980D2AA-731D-4CD4-84FC-D6AAD1B7D85B}" presName="spaceRect" presStyleCnt="0"/>
      <dgm:spPr/>
    </dgm:pt>
    <dgm:pt modelId="{384A2234-BA06-490E-9867-62DC6F1515D7}" type="pres">
      <dgm:prSet presAssocID="{9980D2AA-731D-4CD4-84FC-D6AAD1B7D85B}" presName="parTx" presStyleLbl="revTx" presStyleIdx="0" presStyleCnt="4">
        <dgm:presLayoutVars>
          <dgm:chMax val="0"/>
          <dgm:chPref val="0"/>
        </dgm:presLayoutVars>
      </dgm:prSet>
      <dgm:spPr/>
    </dgm:pt>
    <dgm:pt modelId="{53F227AB-E624-4F3D-90CD-F1FFB35EFE47}" type="pres">
      <dgm:prSet presAssocID="{8E1D3351-47D4-4D06-9E1C-ACBA82B80CAA}" presName="sibTrans" presStyleCnt="0"/>
      <dgm:spPr/>
    </dgm:pt>
    <dgm:pt modelId="{DCE38A77-F912-4DBB-AB07-D728AB39BA17}" type="pres">
      <dgm:prSet presAssocID="{67C036B6-A995-4C82-B359-C695325B8762}" presName="compNode" presStyleCnt="0"/>
      <dgm:spPr/>
    </dgm:pt>
    <dgm:pt modelId="{1C8B086F-5121-4592-B45C-8955AB3B3E16}" type="pres">
      <dgm:prSet presAssocID="{67C036B6-A995-4C82-B359-C695325B8762}" presName="bgRect" presStyleLbl="bgShp" presStyleIdx="1" presStyleCnt="4"/>
      <dgm:spPr/>
    </dgm:pt>
    <dgm:pt modelId="{D5499D4F-A2B3-4602-98F1-0BBA903C03AC}" type="pres">
      <dgm:prSet presAssocID="{67C036B6-A995-4C82-B359-C695325B87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C8F846CA-F2FC-423C-A7DE-D1EA5088E7D4}" type="pres">
      <dgm:prSet presAssocID="{67C036B6-A995-4C82-B359-C695325B8762}" presName="spaceRect" presStyleCnt="0"/>
      <dgm:spPr/>
    </dgm:pt>
    <dgm:pt modelId="{D2DF50FF-FCCB-42F4-915E-1EA0C94B517F}" type="pres">
      <dgm:prSet presAssocID="{67C036B6-A995-4C82-B359-C695325B8762}" presName="parTx" presStyleLbl="revTx" presStyleIdx="1" presStyleCnt="4">
        <dgm:presLayoutVars>
          <dgm:chMax val="0"/>
          <dgm:chPref val="0"/>
        </dgm:presLayoutVars>
      </dgm:prSet>
      <dgm:spPr/>
    </dgm:pt>
    <dgm:pt modelId="{5D1F73CF-C2A4-4451-858C-EF36F3E90A41}" type="pres">
      <dgm:prSet presAssocID="{37E896E6-9040-404E-B2B8-07FC588EB180}" presName="sibTrans" presStyleCnt="0"/>
      <dgm:spPr/>
    </dgm:pt>
    <dgm:pt modelId="{5B645975-B70D-498F-A7A9-9621F9E81DE2}" type="pres">
      <dgm:prSet presAssocID="{4229EF16-EAF1-4F79-8DCD-B43859AA0E32}" presName="compNode" presStyleCnt="0"/>
      <dgm:spPr/>
    </dgm:pt>
    <dgm:pt modelId="{8D861411-A86B-4631-9B99-D1D5437C0259}" type="pres">
      <dgm:prSet presAssocID="{4229EF16-EAF1-4F79-8DCD-B43859AA0E32}" presName="bgRect" presStyleLbl="bgShp" presStyleIdx="2" presStyleCnt="4"/>
      <dgm:spPr/>
    </dgm:pt>
    <dgm:pt modelId="{8BAF8E30-B55E-448B-B4F9-1456EB12F31B}" type="pres">
      <dgm:prSet presAssocID="{4229EF16-EAF1-4F79-8DCD-B43859AA0E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7818ECE-A33E-4777-AA7F-D74BD81DB9BD}" type="pres">
      <dgm:prSet presAssocID="{4229EF16-EAF1-4F79-8DCD-B43859AA0E32}" presName="spaceRect" presStyleCnt="0"/>
      <dgm:spPr/>
    </dgm:pt>
    <dgm:pt modelId="{C9717A7A-013B-4ACE-9379-52E3465A538D}" type="pres">
      <dgm:prSet presAssocID="{4229EF16-EAF1-4F79-8DCD-B43859AA0E32}" presName="parTx" presStyleLbl="revTx" presStyleIdx="2" presStyleCnt="4">
        <dgm:presLayoutVars>
          <dgm:chMax val="0"/>
          <dgm:chPref val="0"/>
        </dgm:presLayoutVars>
      </dgm:prSet>
      <dgm:spPr/>
    </dgm:pt>
    <dgm:pt modelId="{D506DEF5-A657-415E-BC0D-6483AA7BE90B}" type="pres">
      <dgm:prSet presAssocID="{7BEF7A80-1C84-45B1-AFC4-24682E05FBDC}" presName="sibTrans" presStyleCnt="0"/>
      <dgm:spPr/>
    </dgm:pt>
    <dgm:pt modelId="{8FB65CBC-C176-4DD0-9A95-FCD09E15DAA9}" type="pres">
      <dgm:prSet presAssocID="{6A13DEA2-F6DD-4335-91D7-4DED80AC0C2C}" presName="compNode" presStyleCnt="0"/>
      <dgm:spPr/>
    </dgm:pt>
    <dgm:pt modelId="{2E57B38F-D2AC-48AE-99A1-FEA24E793984}" type="pres">
      <dgm:prSet presAssocID="{6A13DEA2-F6DD-4335-91D7-4DED80AC0C2C}" presName="bgRect" presStyleLbl="bgShp" presStyleIdx="3" presStyleCnt="4"/>
      <dgm:spPr/>
    </dgm:pt>
    <dgm:pt modelId="{DEE4442C-7359-4EAF-880F-BCA16F8D2667}" type="pres">
      <dgm:prSet presAssocID="{6A13DEA2-F6DD-4335-91D7-4DED80AC0C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B7BF4BD-C45B-43FC-924A-E83F93A1C65A}" type="pres">
      <dgm:prSet presAssocID="{6A13DEA2-F6DD-4335-91D7-4DED80AC0C2C}" presName="spaceRect" presStyleCnt="0"/>
      <dgm:spPr/>
    </dgm:pt>
    <dgm:pt modelId="{A11029CB-DCBB-46BE-8934-27FBBD544946}" type="pres">
      <dgm:prSet presAssocID="{6A13DEA2-F6DD-4335-91D7-4DED80AC0C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B4D20A-984D-4D2D-8E08-2046ED71416C}" type="presOf" srcId="{9980D2AA-731D-4CD4-84FC-D6AAD1B7D85B}" destId="{384A2234-BA06-490E-9867-62DC6F1515D7}" srcOrd="0" destOrd="0" presId="urn:microsoft.com/office/officeart/2018/2/layout/IconVerticalSolidList"/>
    <dgm:cxn modelId="{CE05A410-DD12-484C-B566-B50CDC6CE0B5}" type="presOf" srcId="{67C036B6-A995-4C82-B359-C695325B8762}" destId="{D2DF50FF-FCCB-42F4-915E-1EA0C94B517F}" srcOrd="0" destOrd="0" presId="urn:microsoft.com/office/officeart/2018/2/layout/IconVerticalSolidList"/>
    <dgm:cxn modelId="{21ADE163-61E8-422A-BB9B-6D6AA1C4D1A1}" srcId="{08CFCBF3-F1BB-42C8-9E17-852E0BAF61AA}" destId="{4229EF16-EAF1-4F79-8DCD-B43859AA0E32}" srcOrd="2" destOrd="0" parTransId="{4B2DD690-92F8-4D90-A1E7-7A15FF911454}" sibTransId="{7BEF7A80-1C84-45B1-AFC4-24682E05FBDC}"/>
    <dgm:cxn modelId="{32A677A4-0E5B-45B8-AF4A-C9676E0A2CD5}" type="presOf" srcId="{08CFCBF3-F1BB-42C8-9E17-852E0BAF61AA}" destId="{3A591DA0-0623-4A35-B0FA-EEB35783117A}" srcOrd="0" destOrd="0" presId="urn:microsoft.com/office/officeart/2018/2/layout/IconVerticalSolidList"/>
    <dgm:cxn modelId="{8AB46FAF-CF1F-4318-9228-1A1443325187}" type="presOf" srcId="{6A13DEA2-F6DD-4335-91D7-4DED80AC0C2C}" destId="{A11029CB-DCBB-46BE-8934-27FBBD544946}" srcOrd="0" destOrd="0" presId="urn:microsoft.com/office/officeart/2018/2/layout/IconVerticalSolidList"/>
    <dgm:cxn modelId="{7A9645D7-55C2-4012-BD9F-BC92DBF1E5A8}" srcId="{08CFCBF3-F1BB-42C8-9E17-852E0BAF61AA}" destId="{9980D2AA-731D-4CD4-84FC-D6AAD1B7D85B}" srcOrd="0" destOrd="0" parTransId="{94BB7A33-B988-4226-A6AB-B3D990B942BF}" sibTransId="{8E1D3351-47D4-4D06-9E1C-ACBA82B80CAA}"/>
    <dgm:cxn modelId="{BD193BDC-A846-4550-B2A9-47B0796BAD87}" srcId="{08CFCBF3-F1BB-42C8-9E17-852E0BAF61AA}" destId="{6A13DEA2-F6DD-4335-91D7-4DED80AC0C2C}" srcOrd="3" destOrd="0" parTransId="{B1AAA0C8-C14A-448E-900F-3E0FF9E543C5}" sibTransId="{CAAC47A0-5F36-4A26-9FFA-4137A1A2C9EF}"/>
    <dgm:cxn modelId="{A99172F6-D73B-4054-B05E-D4A766562244}" type="presOf" srcId="{4229EF16-EAF1-4F79-8DCD-B43859AA0E32}" destId="{C9717A7A-013B-4ACE-9379-52E3465A538D}" srcOrd="0" destOrd="0" presId="urn:microsoft.com/office/officeart/2018/2/layout/IconVerticalSolidList"/>
    <dgm:cxn modelId="{C534DBFF-2CD1-40C7-8CA1-F4EF952D75A4}" srcId="{08CFCBF3-F1BB-42C8-9E17-852E0BAF61AA}" destId="{67C036B6-A995-4C82-B359-C695325B8762}" srcOrd="1" destOrd="0" parTransId="{5041B004-D871-4278-A9EB-E19C72CD338D}" sibTransId="{37E896E6-9040-404E-B2B8-07FC588EB180}"/>
    <dgm:cxn modelId="{CF0400DF-041E-45F6-B48D-706DDFC6A027}" type="presParOf" srcId="{3A591DA0-0623-4A35-B0FA-EEB35783117A}" destId="{E1C8352F-D727-4262-B454-C808964A37D0}" srcOrd="0" destOrd="0" presId="urn:microsoft.com/office/officeart/2018/2/layout/IconVerticalSolidList"/>
    <dgm:cxn modelId="{B662B004-F708-46A9-8A87-A3A69390B24F}" type="presParOf" srcId="{E1C8352F-D727-4262-B454-C808964A37D0}" destId="{60AFC803-7569-4D15-83EF-8A07CFDD7BA8}" srcOrd="0" destOrd="0" presId="urn:microsoft.com/office/officeart/2018/2/layout/IconVerticalSolidList"/>
    <dgm:cxn modelId="{96D505B4-D071-4695-B9E7-2F88B3DEEF13}" type="presParOf" srcId="{E1C8352F-D727-4262-B454-C808964A37D0}" destId="{CE997A88-D5FE-40F9-8F9B-201A823BF8C1}" srcOrd="1" destOrd="0" presId="urn:microsoft.com/office/officeart/2018/2/layout/IconVerticalSolidList"/>
    <dgm:cxn modelId="{677F4DF0-10BF-468E-867C-7EFC5AFE7C2F}" type="presParOf" srcId="{E1C8352F-D727-4262-B454-C808964A37D0}" destId="{FC8A7008-936E-4503-8305-2B7846BF3136}" srcOrd="2" destOrd="0" presId="urn:microsoft.com/office/officeart/2018/2/layout/IconVerticalSolidList"/>
    <dgm:cxn modelId="{70C3D441-D992-4BD6-BBC2-166C5B572075}" type="presParOf" srcId="{E1C8352F-D727-4262-B454-C808964A37D0}" destId="{384A2234-BA06-490E-9867-62DC6F1515D7}" srcOrd="3" destOrd="0" presId="urn:microsoft.com/office/officeart/2018/2/layout/IconVerticalSolidList"/>
    <dgm:cxn modelId="{EF1E7BE8-F31E-455F-965B-320694A83988}" type="presParOf" srcId="{3A591DA0-0623-4A35-B0FA-EEB35783117A}" destId="{53F227AB-E624-4F3D-90CD-F1FFB35EFE47}" srcOrd="1" destOrd="0" presId="urn:microsoft.com/office/officeart/2018/2/layout/IconVerticalSolidList"/>
    <dgm:cxn modelId="{38AEB3FF-F72F-4533-953B-7B11FB2292CE}" type="presParOf" srcId="{3A591DA0-0623-4A35-B0FA-EEB35783117A}" destId="{DCE38A77-F912-4DBB-AB07-D728AB39BA17}" srcOrd="2" destOrd="0" presId="urn:microsoft.com/office/officeart/2018/2/layout/IconVerticalSolidList"/>
    <dgm:cxn modelId="{84F6F626-DDA4-44AD-A3A5-81D3CB2DF54A}" type="presParOf" srcId="{DCE38A77-F912-4DBB-AB07-D728AB39BA17}" destId="{1C8B086F-5121-4592-B45C-8955AB3B3E16}" srcOrd="0" destOrd="0" presId="urn:microsoft.com/office/officeart/2018/2/layout/IconVerticalSolidList"/>
    <dgm:cxn modelId="{B7D465FC-71D2-41B8-A08C-B4E002C77461}" type="presParOf" srcId="{DCE38A77-F912-4DBB-AB07-D728AB39BA17}" destId="{D5499D4F-A2B3-4602-98F1-0BBA903C03AC}" srcOrd="1" destOrd="0" presId="urn:microsoft.com/office/officeart/2018/2/layout/IconVerticalSolidList"/>
    <dgm:cxn modelId="{84B5CBBC-17EA-4B9F-8255-28BC8116984E}" type="presParOf" srcId="{DCE38A77-F912-4DBB-AB07-D728AB39BA17}" destId="{C8F846CA-F2FC-423C-A7DE-D1EA5088E7D4}" srcOrd="2" destOrd="0" presId="urn:microsoft.com/office/officeart/2018/2/layout/IconVerticalSolidList"/>
    <dgm:cxn modelId="{D1B96DAF-FCE0-4CC5-8450-55B5A38915D2}" type="presParOf" srcId="{DCE38A77-F912-4DBB-AB07-D728AB39BA17}" destId="{D2DF50FF-FCCB-42F4-915E-1EA0C94B517F}" srcOrd="3" destOrd="0" presId="urn:microsoft.com/office/officeart/2018/2/layout/IconVerticalSolidList"/>
    <dgm:cxn modelId="{17A8AE98-72DB-4A99-A5C6-D4FA91758F70}" type="presParOf" srcId="{3A591DA0-0623-4A35-B0FA-EEB35783117A}" destId="{5D1F73CF-C2A4-4451-858C-EF36F3E90A41}" srcOrd="3" destOrd="0" presId="urn:microsoft.com/office/officeart/2018/2/layout/IconVerticalSolidList"/>
    <dgm:cxn modelId="{04660DCA-36C7-4170-BD7F-015DC2C3E041}" type="presParOf" srcId="{3A591DA0-0623-4A35-B0FA-EEB35783117A}" destId="{5B645975-B70D-498F-A7A9-9621F9E81DE2}" srcOrd="4" destOrd="0" presId="urn:microsoft.com/office/officeart/2018/2/layout/IconVerticalSolidList"/>
    <dgm:cxn modelId="{63B458E3-8C75-4ACE-A5C5-5065409A30D8}" type="presParOf" srcId="{5B645975-B70D-498F-A7A9-9621F9E81DE2}" destId="{8D861411-A86B-4631-9B99-D1D5437C0259}" srcOrd="0" destOrd="0" presId="urn:microsoft.com/office/officeart/2018/2/layout/IconVerticalSolidList"/>
    <dgm:cxn modelId="{4CAAF4A6-C7F6-43F8-89CF-44790553D07D}" type="presParOf" srcId="{5B645975-B70D-498F-A7A9-9621F9E81DE2}" destId="{8BAF8E30-B55E-448B-B4F9-1456EB12F31B}" srcOrd="1" destOrd="0" presId="urn:microsoft.com/office/officeart/2018/2/layout/IconVerticalSolidList"/>
    <dgm:cxn modelId="{7C644BFA-061D-4F84-9D71-3AE07F15BC17}" type="presParOf" srcId="{5B645975-B70D-498F-A7A9-9621F9E81DE2}" destId="{87818ECE-A33E-4777-AA7F-D74BD81DB9BD}" srcOrd="2" destOrd="0" presId="urn:microsoft.com/office/officeart/2018/2/layout/IconVerticalSolidList"/>
    <dgm:cxn modelId="{1EF38395-4D31-4228-8200-57BDAE770185}" type="presParOf" srcId="{5B645975-B70D-498F-A7A9-9621F9E81DE2}" destId="{C9717A7A-013B-4ACE-9379-52E3465A538D}" srcOrd="3" destOrd="0" presId="urn:microsoft.com/office/officeart/2018/2/layout/IconVerticalSolidList"/>
    <dgm:cxn modelId="{B802B59E-71E3-4903-AEB3-AC59EB01FB35}" type="presParOf" srcId="{3A591DA0-0623-4A35-B0FA-EEB35783117A}" destId="{D506DEF5-A657-415E-BC0D-6483AA7BE90B}" srcOrd="5" destOrd="0" presId="urn:microsoft.com/office/officeart/2018/2/layout/IconVerticalSolidList"/>
    <dgm:cxn modelId="{22A0FA0E-A3C3-48E7-8570-126302200599}" type="presParOf" srcId="{3A591DA0-0623-4A35-B0FA-EEB35783117A}" destId="{8FB65CBC-C176-4DD0-9A95-FCD09E15DAA9}" srcOrd="6" destOrd="0" presId="urn:microsoft.com/office/officeart/2018/2/layout/IconVerticalSolidList"/>
    <dgm:cxn modelId="{6CC3910F-1DD9-4112-A17D-A461908292D1}" type="presParOf" srcId="{8FB65CBC-C176-4DD0-9A95-FCD09E15DAA9}" destId="{2E57B38F-D2AC-48AE-99A1-FEA24E793984}" srcOrd="0" destOrd="0" presId="urn:microsoft.com/office/officeart/2018/2/layout/IconVerticalSolidList"/>
    <dgm:cxn modelId="{FE7F654B-512B-4F28-9075-3334D0F5CD94}" type="presParOf" srcId="{8FB65CBC-C176-4DD0-9A95-FCD09E15DAA9}" destId="{DEE4442C-7359-4EAF-880F-BCA16F8D2667}" srcOrd="1" destOrd="0" presId="urn:microsoft.com/office/officeart/2018/2/layout/IconVerticalSolidList"/>
    <dgm:cxn modelId="{96AFBE47-0ED1-481E-92AE-8E055E3DF767}" type="presParOf" srcId="{8FB65CBC-C176-4DD0-9A95-FCD09E15DAA9}" destId="{1B7BF4BD-C45B-43FC-924A-E83F93A1C65A}" srcOrd="2" destOrd="0" presId="urn:microsoft.com/office/officeart/2018/2/layout/IconVerticalSolidList"/>
    <dgm:cxn modelId="{984F65A7-776E-4B55-B916-2447009C9ED5}" type="presParOf" srcId="{8FB65CBC-C176-4DD0-9A95-FCD09E15DAA9}" destId="{A11029CB-DCBB-46BE-8934-27FBBD5449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738BA7-317A-4E64-97A4-531865B65A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B7041D4-B4F7-43A9-B929-695C7908BB32}">
      <dgm:prSet custT="1"/>
      <dgm:spPr/>
      <dgm:t>
        <a:bodyPr/>
        <a:lstStyle/>
        <a:p>
          <a:r>
            <a:rPr lang="en-US" sz="2000" dirty="0"/>
            <a:t>A real-time embedded energy monitoring system using STM32F746</a:t>
          </a:r>
        </a:p>
      </dgm:t>
    </dgm:pt>
    <dgm:pt modelId="{37DE640B-8FA1-4976-84E8-39A2E89ABED7}" type="parTrans" cxnId="{837C105E-A713-4F90-AAD3-E7EC2F42B03A}">
      <dgm:prSet/>
      <dgm:spPr/>
      <dgm:t>
        <a:bodyPr/>
        <a:lstStyle/>
        <a:p>
          <a:endParaRPr lang="en-US" sz="2000"/>
        </a:p>
      </dgm:t>
    </dgm:pt>
    <dgm:pt modelId="{BBBE6621-0278-4975-99E7-51554288A147}" type="sibTrans" cxnId="{837C105E-A713-4F90-AAD3-E7EC2F42B03A}">
      <dgm:prSet/>
      <dgm:spPr/>
      <dgm:t>
        <a:bodyPr/>
        <a:lstStyle/>
        <a:p>
          <a:endParaRPr lang="en-US" sz="2000"/>
        </a:p>
      </dgm:t>
    </dgm:pt>
    <dgm:pt modelId="{67F6BA8A-2D0D-4D00-A0B7-0F52FF8C8B5A}">
      <dgm:prSet custT="1"/>
      <dgm:spPr/>
      <dgm:t>
        <a:bodyPr/>
        <a:lstStyle/>
        <a:p>
          <a:r>
            <a:rPr lang="en-US" sz="2000"/>
            <a:t>Voltage and current sensing with RMS computation</a:t>
          </a:r>
        </a:p>
      </dgm:t>
    </dgm:pt>
    <dgm:pt modelId="{C66DDA0A-5DBA-4025-B349-139A1015DB41}" type="parTrans" cxnId="{7F419C71-C70E-4B98-B89E-29F1F9F7511C}">
      <dgm:prSet/>
      <dgm:spPr/>
      <dgm:t>
        <a:bodyPr/>
        <a:lstStyle/>
        <a:p>
          <a:endParaRPr lang="en-US" sz="2000"/>
        </a:p>
      </dgm:t>
    </dgm:pt>
    <dgm:pt modelId="{F8573C27-1264-402D-8AA7-D33B4E6F62A7}" type="sibTrans" cxnId="{7F419C71-C70E-4B98-B89E-29F1F9F7511C}">
      <dgm:prSet/>
      <dgm:spPr/>
      <dgm:t>
        <a:bodyPr/>
        <a:lstStyle/>
        <a:p>
          <a:endParaRPr lang="en-US" sz="2000"/>
        </a:p>
      </dgm:t>
    </dgm:pt>
    <dgm:pt modelId="{F3457F18-1EE1-470F-BF18-E242ABF89ADF}">
      <dgm:prSet custT="1"/>
      <dgm:spPr/>
      <dgm:t>
        <a:bodyPr/>
        <a:lstStyle/>
        <a:p>
          <a:r>
            <a:rPr lang="en-US" sz="2000"/>
            <a:t>ESP32 uploads live data to the cloud</a:t>
          </a:r>
        </a:p>
      </dgm:t>
    </dgm:pt>
    <dgm:pt modelId="{67BE87D4-68C6-45FA-8C2E-AC6901498472}" type="parTrans" cxnId="{DB38959F-00CE-48D0-A5DB-212DEC1A1543}">
      <dgm:prSet/>
      <dgm:spPr/>
      <dgm:t>
        <a:bodyPr/>
        <a:lstStyle/>
        <a:p>
          <a:endParaRPr lang="en-US" sz="2000"/>
        </a:p>
      </dgm:t>
    </dgm:pt>
    <dgm:pt modelId="{26750B9C-5280-434C-83E8-5C207D465B77}" type="sibTrans" cxnId="{DB38959F-00CE-48D0-A5DB-212DEC1A1543}">
      <dgm:prSet/>
      <dgm:spPr/>
      <dgm:t>
        <a:bodyPr/>
        <a:lstStyle/>
        <a:p>
          <a:endParaRPr lang="en-US" sz="2000"/>
        </a:p>
      </dgm:t>
    </dgm:pt>
    <dgm:pt modelId="{A808C37D-CB0A-4D17-803D-3BB788A4268D}">
      <dgm:prSet custT="1"/>
      <dgm:spPr/>
      <dgm:t>
        <a:bodyPr/>
        <a:lstStyle/>
        <a:p>
          <a:r>
            <a:rPr lang="en-US" sz="2000"/>
            <a:t>Automatic energy (kWh) and bill calculation</a:t>
          </a:r>
        </a:p>
      </dgm:t>
    </dgm:pt>
    <dgm:pt modelId="{9C867759-5790-4901-A134-8A6ECB273F72}" type="parTrans" cxnId="{C8D685BF-AEB7-47D7-A9C0-37C851DC64A2}">
      <dgm:prSet/>
      <dgm:spPr/>
      <dgm:t>
        <a:bodyPr/>
        <a:lstStyle/>
        <a:p>
          <a:endParaRPr lang="en-US" sz="2000"/>
        </a:p>
      </dgm:t>
    </dgm:pt>
    <dgm:pt modelId="{42F72636-F592-495A-B5A4-2A1A80238E8E}" type="sibTrans" cxnId="{C8D685BF-AEB7-47D7-A9C0-37C851DC64A2}">
      <dgm:prSet/>
      <dgm:spPr/>
      <dgm:t>
        <a:bodyPr/>
        <a:lstStyle/>
        <a:p>
          <a:endParaRPr lang="en-US" sz="2000"/>
        </a:p>
      </dgm:t>
    </dgm:pt>
    <dgm:pt modelId="{2246FECC-FE60-4104-93C1-658DD6402C68}" type="pres">
      <dgm:prSet presAssocID="{90738BA7-317A-4E64-97A4-531865B65A8B}" presName="root" presStyleCnt="0">
        <dgm:presLayoutVars>
          <dgm:dir/>
          <dgm:resizeHandles val="exact"/>
        </dgm:presLayoutVars>
      </dgm:prSet>
      <dgm:spPr/>
    </dgm:pt>
    <dgm:pt modelId="{9E4BC18F-5ECA-46F6-BFA9-90F49A707C8F}" type="pres">
      <dgm:prSet presAssocID="{EB7041D4-B4F7-43A9-B929-695C7908BB32}" presName="compNode" presStyleCnt="0"/>
      <dgm:spPr/>
    </dgm:pt>
    <dgm:pt modelId="{8D01AF27-DB25-491B-9770-9D5FA1B1305E}" type="pres">
      <dgm:prSet presAssocID="{EB7041D4-B4F7-43A9-B929-695C7908BB32}" presName="bgRect" presStyleLbl="bgShp" presStyleIdx="0" presStyleCnt="4"/>
      <dgm:spPr/>
    </dgm:pt>
    <dgm:pt modelId="{9D4237D7-8193-44E6-B47A-70E4D2FAFE60}" type="pres">
      <dgm:prSet presAssocID="{EB7041D4-B4F7-43A9-B929-695C7908BB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4574D80-43EF-499A-AA10-77D9FA435AF8}" type="pres">
      <dgm:prSet presAssocID="{EB7041D4-B4F7-43A9-B929-695C7908BB32}" presName="spaceRect" presStyleCnt="0"/>
      <dgm:spPr/>
    </dgm:pt>
    <dgm:pt modelId="{A76ED311-BA62-4A67-913A-AC6B0FBA9734}" type="pres">
      <dgm:prSet presAssocID="{EB7041D4-B4F7-43A9-B929-695C7908BB32}" presName="parTx" presStyleLbl="revTx" presStyleIdx="0" presStyleCnt="4">
        <dgm:presLayoutVars>
          <dgm:chMax val="0"/>
          <dgm:chPref val="0"/>
        </dgm:presLayoutVars>
      </dgm:prSet>
      <dgm:spPr/>
    </dgm:pt>
    <dgm:pt modelId="{68767BBA-8B20-492F-90B3-29A6EADEBBFA}" type="pres">
      <dgm:prSet presAssocID="{BBBE6621-0278-4975-99E7-51554288A147}" presName="sibTrans" presStyleCnt="0"/>
      <dgm:spPr/>
    </dgm:pt>
    <dgm:pt modelId="{6158AED9-2A5C-49F4-9CD2-E0C88E04996C}" type="pres">
      <dgm:prSet presAssocID="{67F6BA8A-2D0D-4D00-A0B7-0F52FF8C8B5A}" presName="compNode" presStyleCnt="0"/>
      <dgm:spPr/>
    </dgm:pt>
    <dgm:pt modelId="{8E17E24B-A831-4270-9402-09F7AED29846}" type="pres">
      <dgm:prSet presAssocID="{67F6BA8A-2D0D-4D00-A0B7-0F52FF8C8B5A}" presName="bgRect" presStyleLbl="bgShp" presStyleIdx="1" presStyleCnt="4"/>
      <dgm:spPr/>
    </dgm:pt>
    <dgm:pt modelId="{77EA5D5A-FEDC-43C1-8E94-1B91E8D49BD2}" type="pres">
      <dgm:prSet presAssocID="{67F6BA8A-2D0D-4D00-A0B7-0F52FF8C8B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7CC0E93-48B2-4492-8B2F-B53E988A9D17}" type="pres">
      <dgm:prSet presAssocID="{67F6BA8A-2D0D-4D00-A0B7-0F52FF8C8B5A}" presName="spaceRect" presStyleCnt="0"/>
      <dgm:spPr/>
    </dgm:pt>
    <dgm:pt modelId="{0DF77E13-8B5E-4AEF-9439-593FD0AF26DA}" type="pres">
      <dgm:prSet presAssocID="{67F6BA8A-2D0D-4D00-A0B7-0F52FF8C8B5A}" presName="parTx" presStyleLbl="revTx" presStyleIdx="1" presStyleCnt="4">
        <dgm:presLayoutVars>
          <dgm:chMax val="0"/>
          <dgm:chPref val="0"/>
        </dgm:presLayoutVars>
      </dgm:prSet>
      <dgm:spPr/>
    </dgm:pt>
    <dgm:pt modelId="{8E6211E4-BABA-438D-B638-5FCA222A1513}" type="pres">
      <dgm:prSet presAssocID="{F8573C27-1264-402D-8AA7-D33B4E6F62A7}" presName="sibTrans" presStyleCnt="0"/>
      <dgm:spPr/>
    </dgm:pt>
    <dgm:pt modelId="{C1DB47C6-4D26-4DF3-9EDE-F253EFECB988}" type="pres">
      <dgm:prSet presAssocID="{F3457F18-1EE1-470F-BF18-E242ABF89ADF}" presName="compNode" presStyleCnt="0"/>
      <dgm:spPr/>
    </dgm:pt>
    <dgm:pt modelId="{8EF098B6-38C0-4624-8FC0-FAEC794888DC}" type="pres">
      <dgm:prSet presAssocID="{F3457F18-1EE1-470F-BF18-E242ABF89ADF}" presName="bgRect" presStyleLbl="bgShp" presStyleIdx="2" presStyleCnt="4"/>
      <dgm:spPr/>
    </dgm:pt>
    <dgm:pt modelId="{566D94D2-C47F-49AD-A1C7-14BD14A309A4}" type="pres">
      <dgm:prSet presAssocID="{F3457F18-1EE1-470F-BF18-E242ABF89A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E95BC2F6-6A7C-4F61-BCA8-F9948B05B429}" type="pres">
      <dgm:prSet presAssocID="{F3457F18-1EE1-470F-BF18-E242ABF89ADF}" presName="spaceRect" presStyleCnt="0"/>
      <dgm:spPr/>
    </dgm:pt>
    <dgm:pt modelId="{E7ACC051-612C-4BEA-856B-D3F45BA920DB}" type="pres">
      <dgm:prSet presAssocID="{F3457F18-1EE1-470F-BF18-E242ABF89ADF}" presName="parTx" presStyleLbl="revTx" presStyleIdx="2" presStyleCnt="4">
        <dgm:presLayoutVars>
          <dgm:chMax val="0"/>
          <dgm:chPref val="0"/>
        </dgm:presLayoutVars>
      </dgm:prSet>
      <dgm:spPr/>
    </dgm:pt>
    <dgm:pt modelId="{8EBC04B3-10D2-4DCF-9011-DB378A1774AF}" type="pres">
      <dgm:prSet presAssocID="{26750B9C-5280-434C-83E8-5C207D465B77}" presName="sibTrans" presStyleCnt="0"/>
      <dgm:spPr/>
    </dgm:pt>
    <dgm:pt modelId="{E8A82B71-7B88-442B-8E2D-4E58D0AAE8E5}" type="pres">
      <dgm:prSet presAssocID="{A808C37D-CB0A-4D17-803D-3BB788A4268D}" presName="compNode" presStyleCnt="0"/>
      <dgm:spPr/>
    </dgm:pt>
    <dgm:pt modelId="{39C45653-E35B-4E79-B75C-25114A50AEFF}" type="pres">
      <dgm:prSet presAssocID="{A808C37D-CB0A-4D17-803D-3BB788A4268D}" presName="bgRect" presStyleLbl="bgShp" presStyleIdx="3" presStyleCnt="4"/>
      <dgm:spPr/>
    </dgm:pt>
    <dgm:pt modelId="{36A14140-85AC-48BC-BFE1-DB03E069C336}" type="pres">
      <dgm:prSet presAssocID="{A808C37D-CB0A-4D17-803D-3BB788A426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BDB56EEF-4376-4972-BC16-558075396960}" type="pres">
      <dgm:prSet presAssocID="{A808C37D-CB0A-4D17-803D-3BB788A4268D}" presName="spaceRect" presStyleCnt="0"/>
      <dgm:spPr/>
    </dgm:pt>
    <dgm:pt modelId="{2D0AEAC8-5563-40AA-9169-C8461AE9AC6F}" type="pres">
      <dgm:prSet presAssocID="{A808C37D-CB0A-4D17-803D-3BB788A4268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0E2F919-FB17-44A7-B805-76A1044D5320}" type="presOf" srcId="{90738BA7-317A-4E64-97A4-531865B65A8B}" destId="{2246FECC-FE60-4104-93C1-658DD6402C68}" srcOrd="0" destOrd="0" presId="urn:microsoft.com/office/officeart/2018/2/layout/IconVerticalSolidList"/>
    <dgm:cxn modelId="{837C105E-A713-4F90-AAD3-E7EC2F42B03A}" srcId="{90738BA7-317A-4E64-97A4-531865B65A8B}" destId="{EB7041D4-B4F7-43A9-B929-695C7908BB32}" srcOrd="0" destOrd="0" parTransId="{37DE640B-8FA1-4976-84E8-39A2E89ABED7}" sibTransId="{BBBE6621-0278-4975-99E7-51554288A147}"/>
    <dgm:cxn modelId="{7F419C71-C70E-4B98-B89E-29F1F9F7511C}" srcId="{90738BA7-317A-4E64-97A4-531865B65A8B}" destId="{67F6BA8A-2D0D-4D00-A0B7-0F52FF8C8B5A}" srcOrd="1" destOrd="0" parTransId="{C66DDA0A-5DBA-4025-B349-139A1015DB41}" sibTransId="{F8573C27-1264-402D-8AA7-D33B4E6F62A7}"/>
    <dgm:cxn modelId="{C6FB9373-836C-4DFF-BF1E-C28784D09363}" type="presOf" srcId="{A808C37D-CB0A-4D17-803D-3BB788A4268D}" destId="{2D0AEAC8-5563-40AA-9169-C8461AE9AC6F}" srcOrd="0" destOrd="0" presId="urn:microsoft.com/office/officeart/2018/2/layout/IconVerticalSolidList"/>
    <dgm:cxn modelId="{2AA8747A-96D0-4893-B467-97EB1398DC6D}" type="presOf" srcId="{F3457F18-1EE1-470F-BF18-E242ABF89ADF}" destId="{E7ACC051-612C-4BEA-856B-D3F45BA920DB}" srcOrd="0" destOrd="0" presId="urn:microsoft.com/office/officeart/2018/2/layout/IconVerticalSolidList"/>
    <dgm:cxn modelId="{DB38959F-00CE-48D0-A5DB-212DEC1A1543}" srcId="{90738BA7-317A-4E64-97A4-531865B65A8B}" destId="{F3457F18-1EE1-470F-BF18-E242ABF89ADF}" srcOrd="2" destOrd="0" parTransId="{67BE87D4-68C6-45FA-8C2E-AC6901498472}" sibTransId="{26750B9C-5280-434C-83E8-5C207D465B77}"/>
    <dgm:cxn modelId="{C8D685BF-AEB7-47D7-A9C0-37C851DC64A2}" srcId="{90738BA7-317A-4E64-97A4-531865B65A8B}" destId="{A808C37D-CB0A-4D17-803D-3BB788A4268D}" srcOrd="3" destOrd="0" parTransId="{9C867759-5790-4901-A134-8A6ECB273F72}" sibTransId="{42F72636-F592-495A-B5A4-2A1A80238E8E}"/>
    <dgm:cxn modelId="{88E743C1-D1A4-4A40-8F10-961964DD7ECB}" type="presOf" srcId="{EB7041D4-B4F7-43A9-B929-695C7908BB32}" destId="{A76ED311-BA62-4A67-913A-AC6B0FBA9734}" srcOrd="0" destOrd="0" presId="urn:microsoft.com/office/officeart/2018/2/layout/IconVerticalSolidList"/>
    <dgm:cxn modelId="{5A375CFA-FA27-4C10-98BF-9A04097123F3}" type="presOf" srcId="{67F6BA8A-2D0D-4D00-A0B7-0F52FF8C8B5A}" destId="{0DF77E13-8B5E-4AEF-9439-593FD0AF26DA}" srcOrd="0" destOrd="0" presId="urn:microsoft.com/office/officeart/2018/2/layout/IconVerticalSolidList"/>
    <dgm:cxn modelId="{FB384515-BA5A-4A4C-95A2-F66D3C970ABD}" type="presParOf" srcId="{2246FECC-FE60-4104-93C1-658DD6402C68}" destId="{9E4BC18F-5ECA-46F6-BFA9-90F49A707C8F}" srcOrd="0" destOrd="0" presId="urn:microsoft.com/office/officeart/2018/2/layout/IconVerticalSolidList"/>
    <dgm:cxn modelId="{FF325F4F-E167-4430-B649-B716BD81CAA2}" type="presParOf" srcId="{9E4BC18F-5ECA-46F6-BFA9-90F49A707C8F}" destId="{8D01AF27-DB25-491B-9770-9D5FA1B1305E}" srcOrd="0" destOrd="0" presId="urn:microsoft.com/office/officeart/2018/2/layout/IconVerticalSolidList"/>
    <dgm:cxn modelId="{2CAA8C77-F727-4DF8-8F2F-BFBE7C787A4B}" type="presParOf" srcId="{9E4BC18F-5ECA-46F6-BFA9-90F49A707C8F}" destId="{9D4237D7-8193-44E6-B47A-70E4D2FAFE60}" srcOrd="1" destOrd="0" presId="urn:microsoft.com/office/officeart/2018/2/layout/IconVerticalSolidList"/>
    <dgm:cxn modelId="{135A4C8B-67D2-4B80-A4C9-2539D857538E}" type="presParOf" srcId="{9E4BC18F-5ECA-46F6-BFA9-90F49A707C8F}" destId="{74574D80-43EF-499A-AA10-77D9FA435AF8}" srcOrd="2" destOrd="0" presId="urn:microsoft.com/office/officeart/2018/2/layout/IconVerticalSolidList"/>
    <dgm:cxn modelId="{18707959-2EF8-4DF7-821B-FCC36C79FAA7}" type="presParOf" srcId="{9E4BC18F-5ECA-46F6-BFA9-90F49A707C8F}" destId="{A76ED311-BA62-4A67-913A-AC6B0FBA9734}" srcOrd="3" destOrd="0" presId="urn:microsoft.com/office/officeart/2018/2/layout/IconVerticalSolidList"/>
    <dgm:cxn modelId="{D621156B-06AC-4ECC-9BBF-CCB1F3AD1889}" type="presParOf" srcId="{2246FECC-FE60-4104-93C1-658DD6402C68}" destId="{68767BBA-8B20-492F-90B3-29A6EADEBBFA}" srcOrd="1" destOrd="0" presId="urn:microsoft.com/office/officeart/2018/2/layout/IconVerticalSolidList"/>
    <dgm:cxn modelId="{9E11C066-D5D7-4BF9-9B73-50D7011D482A}" type="presParOf" srcId="{2246FECC-FE60-4104-93C1-658DD6402C68}" destId="{6158AED9-2A5C-49F4-9CD2-E0C88E04996C}" srcOrd="2" destOrd="0" presId="urn:microsoft.com/office/officeart/2018/2/layout/IconVerticalSolidList"/>
    <dgm:cxn modelId="{284F7992-3091-4A9E-B6AF-5E4190564F0E}" type="presParOf" srcId="{6158AED9-2A5C-49F4-9CD2-E0C88E04996C}" destId="{8E17E24B-A831-4270-9402-09F7AED29846}" srcOrd="0" destOrd="0" presId="urn:microsoft.com/office/officeart/2018/2/layout/IconVerticalSolidList"/>
    <dgm:cxn modelId="{D270E0F6-421E-4A9E-9F12-A4B608EEE5D0}" type="presParOf" srcId="{6158AED9-2A5C-49F4-9CD2-E0C88E04996C}" destId="{77EA5D5A-FEDC-43C1-8E94-1B91E8D49BD2}" srcOrd="1" destOrd="0" presId="urn:microsoft.com/office/officeart/2018/2/layout/IconVerticalSolidList"/>
    <dgm:cxn modelId="{C727C827-7FEE-4047-9FA9-DB02916784B0}" type="presParOf" srcId="{6158AED9-2A5C-49F4-9CD2-E0C88E04996C}" destId="{A7CC0E93-48B2-4492-8B2F-B53E988A9D17}" srcOrd="2" destOrd="0" presId="urn:microsoft.com/office/officeart/2018/2/layout/IconVerticalSolidList"/>
    <dgm:cxn modelId="{D578DAA0-70AB-4DC3-887B-606B4C1C4DCD}" type="presParOf" srcId="{6158AED9-2A5C-49F4-9CD2-E0C88E04996C}" destId="{0DF77E13-8B5E-4AEF-9439-593FD0AF26DA}" srcOrd="3" destOrd="0" presId="urn:microsoft.com/office/officeart/2018/2/layout/IconVerticalSolidList"/>
    <dgm:cxn modelId="{3B47843C-C770-4872-8BB0-22872464982A}" type="presParOf" srcId="{2246FECC-FE60-4104-93C1-658DD6402C68}" destId="{8E6211E4-BABA-438D-B638-5FCA222A1513}" srcOrd="3" destOrd="0" presId="urn:microsoft.com/office/officeart/2018/2/layout/IconVerticalSolidList"/>
    <dgm:cxn modelId="{4677EC32-F251-4B65-92DD-F1624DF4D7A5}" type="presParOf" srcId="{2246FECC-FE60-4104-93C1-658DD6402C68}" destId="{C1DB47C6-4D26-4DF3-9EDE-F253EFECB988}" srcOrd="4" destOrd="0" presId="urn:microsoft.com/office/officeart/2018/2/layout/IconVerticalSolidList"/>
    <dgm:cxn modelId="{8329F23E-34DE-4935-9B63-C7FD279BC81C}" type="presParOf" srcId="{C1DB47C6-4D26-4DF3-9EDE-F253EFECB988}" destId="{8EF098B6-38C0-4624-8FC0-FAEC794888DC}" srcOrd="0" destOrd="0" presId="urn:microsoft.com/office/officeart/2018/2/layout/IconVerticalSolidList"/>
    <dgm:cxn modelId="{89A30B0C-28E0-494C-A2B1-46AD7791CF39}" type="presParOf" srcId="{C1DB47C6-4D26-4DF3-9EDE-F253EFECB988}" destId="{566D94D2-C47F-49AD-A1C7-14BD14A309A4}" srcOrd="1" destOrd="0" presId="urn:microsoft.com/office/officeart/2018/2/layout/IconVerticalSolidList"/>
    <dgm:cxn modelId="{DF3F3866-E636-404D-87FB-4A220840831E}" type="presParOf" srcId="{C1DB47C6-4D26-4DF3-9EDE-F253EFECB988}" destId="{E95BC2F6-6A7C-4F61-BCA8-F9948B05B429}" srcOrd="2" destOrd="0" presId="urn:microsoft.com/office/officeart/2018/2/layout/IconVerticalSolidList"/>
    <dgm:cxn modelId="{4068A349-EAEA-455F-AFA1-BCC6D2946C7C}" type="presParOf" srcId="{C1DB47C6-4D26-4DF3-9EDE-F253EFECB988}" destId="{E7ACC051-612C-4BEA-856B-D3F45BA920DB}" srcOrd="3" destOrd="0" presId="urn:microsoft.com/office/officeart/2018/2/layout/IconVerticalSolidList"/>
    <dgm:cxn modelId="{F9D7E1FD-6D4E-4637-B674-CAA82E28435D}" type="presParOf" srcId="{2246FECC-FE60-4104-93C1-658DD6402C68}" destId="{8EBC04B3-10D2-4DCF-9011-DB378A1774AF}" srcOrd="5" destOrd="0" presId="urn:microsoft.com/office/officeart/2018/2/layout/IconVerticalSolidList"/>
    <dgm:cxn modelId="{94E4AB16-3AB9-4739-959B-C23EEB429AF5}" type="presParOf" srcId="{2246FECC-FE60-4104-93C1-658DD6402C68}" destId="{E8A82B71-7B88-442B-8E2D-4E58D0AAE8E5}" srcOrd="6" destOrd="0" presId="urn:microsoft.com/office/officeart/2018/2/layout/IconVerticalSolidList"/>
    <dgm:cxn modelId="{4C150107-DD9F-4851-B2A6-7F7931C0D33E}" type="presParOf" srcId="{E8A82B71-7B88-442B-8E2D-4E58D0AAE8E5}" destId="{39C45653-E35B-4E79-B75C-25114A50AEFF}" srcOrd="0" destOrd="0" presId="urn:microsoft.com/office/officeart/2018/2/layout/IconVerticalSolidList"/>
    <dgm:cxn modelId="{84133D42-E67B-44F5-BD45-BAE2FBC6287B}" type="presParOf" srcId="{E8A82B71-7B88-442B-8E2D-4E58D0AAE8E5}" destId="{36A14140-85AC-48BC-BFE1-DB03E069C336}" srcOrd="1" destOrd="0" presId="urn:microsoft.com/office/officeart/2018/2/layout/IconVerticalSolidList"/>
    <dgm:cxn modelId="{9530FFAD-F0A1-4278-B3B6-DF937CBABF81}" type="presParOf" srcId="{E8A82B71-7B88-442B-8E2D-4E58D0AAE8E5}" destId="{BDB56EEF-4376-4972-BC16-558075396960}" srcOrd="2" destOrd="0" presId="urn:microsoft.com/office/officeart/2018/2/layout/IconVerticalSolidList"/>
    <dgm:cxn modelId="{1FFEC137-533C-4866-8591-FAC47BC9977E}" type="presParOf" srcId="{E8A82B71-7B88-442B-8E2D-4E58D0AAE8E5}" destId="{2D0AEAC8-5563-40AA-9169-C8461AE9AC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D1E47C-B73B-45D6-B0B6-DE9703CE43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B5D2DB-1EB3-4EB6-ACD1-7B545AD14CC0}">
      <dgm:prSet custT="1"/>
      <dgm:spPr/>
      <dgm:t>
        <a:bodyPr/>
        <a:lstStyle/>
        <a:p>
          <a:r>
            <a:rPr lang="en-US" sz="2000" dirty="0"/>
            <a:t>ADC sampling and RMS calculation (STM32)</a:t>
          </a:r>
        </a:p>
      </dgm:t>
    </dgm:pt>
    <dgm:pt modelId="{3CB5CD0D-8FE8-4D7E-8C36-91B7FE74E581}" type="parTrans" cxnId="{0587732D-444D-4F1F-9C81-F477D28FCDDC}">
      <dgm:prSet/>
      <dgm:spPr/>
      <dgm:t>
        <a:bodyPr/>
        <a:lstStyle/>
        <a:p>
          <a:endParaRPr lang="en-US" sz="2000"/>
        </a:p>
      </dgm:t>
    </dgm:pt>
    <dgm:pt modelId="{EED9768A-CAA8-43A9-BE23-FB64F30F3A47}" type="sibTrans" cxnId="{0587732D-444D-4F1F-9C81-F477D28FCDDC}">
      <dgm:prSet/>
      <dgm:spPr/>
      <dgm:t>
        <a:bodyPr/>
        <a:lstStyle/>
        <a:p>
          <a:endParaRPr lang="en-US" sz="2000"/>
        </a:p>
      </dgm:t>
    </dgm:pt>
    <dgm:pt modelId="{D702215B-04CB-4B67-82D1-888C824B5375}">
      <dgm:prSet custT="1"/>
      <dgm:spPr/>
      <dgm:t>
        <a:bodyPr/>
        <a:lstStyle/>
        <a:p>
          <a:r>
            <a:rPr lang="en-US" sz="2000"/>
            <a:t>UART packet formatting</a:t>
          </a:r>
        </a:p>
      </dgm:t>
    </dgm:pt>
    <dgm:pt modelId="{36EED7E2-3BC5-4277-8110-D68DDE6EF78E}" type="parTrans" cxnId="{EA01E978-28D6-4399-9693-3A7562B14276}">
      <dgm:prSet/>
      <dgm:spPr/>
      <dgm:t>
        <a:bodyPr/>
        <a:lstStyle/>
        <a:p>
          <a:endParaRPr lang="en-US" sz="2000"/>
        </a:p>
      </dgm:t>
    </dgm:pt>
    <dgm:pt modelId="{F696ED91-7A05-4796-99DB-2DF2D66305FA}" type="sibTrans" cxnId="{EA01E978-28D6-4399-9693-3A7562B14276}">
      <dgm:prSet/>
      <dgm:spPr/>
      <dgm:t>
        <a:bodyPr/>
        <a:lstStyle/>
        <a:p>
          <a:endParaRPr lang="en-US" sz="2000"/>
        </a:p>
      </dgm:t>
    </dgm:pt>
    <dgm:pt modelId="{74862C3E-8EF9-49C9-B14C-B28660C7A157}">
      <dgm:prSet custT="1"/>
      <dgm:spPr/>
      <dgm:t>
        <a:bodyPr/>
        <a:lstStyle/>
        <a:p>
          <a:r>
            <a:rPr lang="en-US" sz="2000"/>
            <a:t>ESP32 UART parsing</a:t>
          </a:r>
        </a:p>
      </dgm:t>
    </dgm:pt>
    <dgm:pt modelId="{C93ED009-E2B8-4E97-AA15-F7E64C0C9F6F}" type="parTrans" cxnId="{FB6EC816-525C-4074-8045-88CA19E37311}">
      <dgm:prSet/>
      <dgm:spPr/>
      <dgm:t>
        <a:bodyPr/>
        <a:lstStyle/>
        <a:p>
          <a:endParaRPr lang="en-US" sz="2000"/>
        </a:p>
      </dgm:t>
    </dgm:pt>
    <dgm:pt modelId="{710D25C3-10B9-405D-B4A5-0A284530A8D2}" type="sibTrans" cxnId="{FB6EC816-525C-4074-8045-88CA19E37311}">
      <dgm:prSet/>
      <dgm:spPr/>
      <dgm:t>
        <a:bodyPr/>
        <a:lstStyle/>
        <a:p>
          <a:endParaRPr lang="en-US" sz="2000"/>
        </a:p>
      </dgm:t>
    </dgm:pt>
    <dgm:pt modelId="{362CFCF0-46EE-4DA8-B2D3-3E616404EB97}">
      <dgm:prSet custT="1"/>
      <dgm:spPr/>
      <dgm:t>
        <a:bodyPr/>
        <a:lstStyle/>
        <a:p>
          <a:r>
            <a:rPr lang="en-US" sz="2000"/>
            <a:t>Energy and billing calculation</a:t>
          </a:r>
        </a:p>
      </dgm:t>
    </dgm:pt>
    <dgm:pt modelId="{45E3DF49-035E-4D5E-8949-9E17C39225C8}" type="parTrans" cxnId="{10E1755F-0CF0-496C-91EC-1D3E84E5814D}">
      <dgm:prSet/>
      <dgm:spPr/>
      <dgm:t>
        <a:bodyPr/>
        <a:lstStyle/>
        <a:p>
          <a:endParaRPr lang="en-US" sz="2000"/>
        </a:p>
      </dgm:t>
    </dgm:pt>
    <dgm:pt modelId="{01736AF8-9CB6-4436-9CF2-1A63744D86A3}" type="sibTrans" cxnId="{10E1755F-0CF0-496C-91EC-1D3E84E5814D}">
      <dgm:prSet/>
      <dgm:spPr/>
      <dgm:t>
        <a:bodyPr/>
        <a:lstStyle/>
        <a:p>
          <a:endParaRPr lang="en-US" sz="2000"/>
        </a:p>
      </dgm:t>
    </dgm:pt>
    <dgm:pt modelId="{E7C1A534-5844-4C98-80A5-11BC3AC468DB}">
      <dgm:prSet custT="1"/>
      <dgm:spPr/>
      <dgm:t>
        <a:bodyPr/>
        <a:lstStyle/>
        <a:p>
          <a:r>
            <a:rPr lang="en-US" sz="2000"/>
            <a:t>Firebase cloud upload</a:t>
          </a:r>
        </a:p>
      </dgm:t>
    </dgm:pt>
    <dgm:pt modelId="{06AF921B-3972-45C3-A246-D8B0B8B90D85}" type="parTrans" cxnId="{3D75221F-84E8-4A3B-BF13-F652784A1083}">
      <dgm:prSet/>
      <dgm:spPr/>
      <dgm:t>
        <a:bodyPr/>
        <a:lstStyle/>
        <a:p>
          <a:endParaRPr lang="en-US" sz="2000"/>
        </a:p>
      </dgm:t>
    </dgm:pt>
    <dgm:pt modelId="{5112952D-F0D6-4CE7-905F-84A1A8C07800}" type="sibTrans" cxnId="{3D75221F-84E8-4A3B-BF13-F652784A1083}">
      <dgm:prSet/>
      <dgm:spPr/>
      <dgm:t>
        <a:bodyPr/>
        <a:lstStyle/>
        <a:p>
          <a:endParaRPr lang="en-US" sz="2000"/>
        </a:p>
      </dgm:t>
    </dgm:pt>
    <dgm:pt modelId="{F358E87B-2AF7-4953-8ABB-34B6BD1E9E96}" type="pres">
      <dgm:prSet presAssocID="{63D1E47C-B73B-45D6-B0B6-DE9703CE431C}" presName="root" presStyleCnt="0">
        <dgm:presLayoutVars>
          <dgm:dir/>
          <dgm:resizeHandles val="exact"/>
        </dgm:presLayoutVars>
      </dgm:prSet>
      <dgm:spPr/>
    </dgm:pt>
    <dgm:pt modelId="{B03F86C2-FAA5-416A-B602-269FA1A6A303}" type="pres">
      <dgm:prSet presAssocID="{97B5D2DB-1EB3-4EB6-ACD1-7B545AD14CC0}" presName="compNode" presStyleCnt="0"/>
      <dgm:spPr/>
    </dgm:pt>
    <dgm:pt modelId="{342475CB-5B0B-402E-891D-051D9B094446}" type="pres">
      <dgm:prSet presAssocID="{97B5D2DB-1EB3-4EB6-ACD1-7B545AD14CC0}" presName="bgRect" presStyleLbl="bgShp" presStyleIdx="0" presStyleCnt="5"/>
      <dgm:spPr/>
    </dgm:pt>
    <dgm:pt modelId="{5548BCE6-87BF-47E1-ACBA-B2917FE0166E}" type="pres">
      <dgm:prSet presAssocID="{97B5D2DB-1EB3-4EB6-ACD1-7B545AD14CC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7CD59AC7-399F-4BF1-96F2-52894E1C3B74}" type="pres">
      <dgm:prSet presAssocID="{97B5D2DB-1EB3-4EB6-ACD1-7B545AD14CC0}" presName="spaceRect" presStyleCnt="0"/>
      <dgm:spPr/>
    </dgm:pt>
    <dgm:pt modelId="{FACF0DA8-353C-4DBD-8B48-A973C562C800}" type="pres">
      <dgm:prSet presAssocID="{97B5D2DB-1EB3-4EB6-ACD1-7B545AD14CC0}" presName="parTx" presStyleLbl="revTx" presStyleIdx="0" presStyleCnt="5">
        <dgm:presLayoutVars>
          <dgm:chMax val="0"/>
          <dgm:chPref val="0"/>
        </dgm:presLayoutVars>
      </dgm:prSet>
      <dgm:spPr/>
    </dgm:pt>
    <dgm:pt modelId="{9F4413D3-76CD-405A-89C4-047598A8719B}" type="pres">
      <dgm:prSet presAssocID="{EED9768A-CAA8-43A9-BE23-FB64F30F3A47}" presName="sibTrans" presStyleCnt="0"/>
      <dgm:spPr/>
    </dgm:pt>
    <dgm:pt modelId="{54CB2AB3-D955-40FF-AE39-EAADC1FBAAA2}" type="pres">
      <dgm:prSet presAssocID="{D702215B-04CB-4B67-82D1-888C824B5375}" presName="compNode" presStyleCnt="0"/>
      <dgm:spPr/>
    </dgm:pt>
    <dgm:pt modelId="{73BA1B0F-648F-4563-B8D7-FFF0C6279C8B}" type="pres">
      <dgm:prSet presAssocID="{D702215B-04CB-4B67-82D1-888C824B5375}" presName="bgRect" presStyleLbl="bgShp" presStyleIdx="1" presStyleCnt="5"/>
      <dgm:spPr/>
    </dgm:pt>
    <dgm:pt modelId="{DD4752E0-A5B6-4791-B8E5-2D40A5CDAECD}" type="pres">
      <dgm:prSet presAssocID="{D702215B-04CB-4B67-82D1-888C824B537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633D20D-B118-449E-BBEB-107F109A016C}" type="pres">
      <dgm:prSet presAssocID="{D702215B-04CB-4B67-82D1-888C824B5375}" presName="spaceRect" presStyleCnt="0"/>
      <dgm:spPr/>
    </dgm:pt>
    <dgm:pt modelId="{088573DD-E03B-42B6-A197-572B4B466FB7}" type="pres">
      <dgm:prSet presAssocID="{D702215B-04CB-4B67-82D1-888C824B5375}" presName="parTx" presStyleLbl="revTx" presStyleIdx="1" presStyleCnt="5">
        <dgm:presLayoutVars>
          <dgm:chMax val="0"/>
          <dgm:chPref val="0"/>
        </dgm:presLayoutVars>
      </dgm:prSet>
      <dgm:spPr/>
    </dgm:pt>
    <dgm:pt modelId="{DF09E754-222F-4C7B-B946-E93AEA74DA95}" type="pres">
      <dgm:prSet presAssocID="{F696ED91-7A05-4796-99DB-2DF2D66305FA}" presName="sibTrans" presStyleCnt="0"/>
      <dgm:spPr/>
    </dgm:pt>
    <dgm:pt modelId="{0C686DEF-4DF3-445C-AAB9-21561B0BB3A6}" type="pres">
      <dgm:prSet presAssocID="{74862C3E-8EF9-49C9-B14C-B28660C7A157}" presName="compNode" presStyleCnt="0"/>
      <dgm:spPr/>
    </dgm:pt>
    <dgm:pt modelId="{4C573CF8-E060-4AEC-8254-BEEF3BF1EF13}" type="pres">
      <dgm:prSet presAssocID="{74862C3E-8EF9-49C9-B14C-B28660C7A157}" presName="bgRect" presStyleLbl="bgShp" presStyleIdx="2" presStyleCnt="5"/>
      <dgm:spPr/>
    </dgm:pt>
    <dgm:pt modelId="{B50DB83A-909D-4517-9004-0539A0A2F5F3}" type="pres">
      <dgm:prSet presAssocID="{74862C3E-8EF9-49C9-B14C-B28660C7A1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6F8C9AE-9996-4B9B-A45C-E811580DC476}" type="pres">
      <dgm:prSet presAssocID="{74862C3E-8EF9-49C9-B14C-B28660C7A157}" presName="spaceRect" presStyleCnt="0"/>
      <dgm:spPr/>
    </dgm:pt>
    <dgm:pt modelId="{B6DD33CE-AA97-46A7-897F-29092E407E99}" type="pres">
      <dgm:prSet presAssocID="{74862C3E-8EF9-49C9-B14C-B28660C7A157}" presName="parTx" presStyleLbl="revTx" presStyleIdx="2" presStyleCnt="5">
        <dgm:presLayoutVars>
          <dgm:chMax val="0"/>
          <dgm:chPref val="0"/>
        </dgm:presLayoutVars>
      </dgm:prSet>
      <dgm:spPr/>
    </dgm:pt>
    <dgm:pt modelId="{192E67BD-358C-4531-B268-BE8FC4970952}" type="pres">
      <dgm:prSet presAssocID="{710D25C3-10B9-405D-B4A5-0A284530A8D2}" presName="sibTrans" presStyleCnt="0"/>
      <dgm:spPr/>
    </dgm:pt>
    <dgm:pt modelId="{11B3A02C-9C78-480C-896E-C98BA1B4BC6C}" type="pres">
      <dgm:prSet presAssocID="{362CFCF0-46EE-4DA8-B2D3-3E616404EB97}" presName="compNode" presStyleCnt="0"/>
      <dgm:spPr/>
    </dgm:pt>
    <dgm:pt modelId="{7EBBF60D-A964-45BB-947A-6B3C19F8F2C5}" type="pres">
      <dgm:prSet presAssocID="{362CFCF0-46EE-4DA8-B2D3-3E616404EB97}" presName="bgRect" presStyleLbl="bgShp" presStyleIdx="3" presStyleCnt="5"/>
      <dgm:spPr/>
    </dgm:pt>
    <dgm:pt modelId="{759DDC69-7D9A-4931-87D7-7FA34103E591}" type="pres">
      <dgm:prSet presAssocID="{362CFCF0-46EE-4DA8-B2D3-3E616404EB9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09F585-32D9-4DA3-8155-CE9609F4B6F0}" type="pres">
      <dgm:prSet presAssocID="{362CFCF0-46EE-4DA8-B2D3-3E616404EB97}" presName="spaceRect" presStyleCnt="0"/>
      <dgm:spPr/>
    </dgm:pt>
    <dgm:pt modelId="{93C33225-EE9D-45F9-82E9-8B5B89B41F6B}" type="pres">
      <dgm:prSet presAssocID="{362CFCF0-46EE-4DA8-B2D3-3E616404EB97}" presName="parTx" presStyleLbl="revTx" presStyleIdx="3" presStyleCnt="5">
        <dgm:presLayoutVars>
          <dgm:chMax val="0"/>
          <dgm:chPref val="0"/>
        </dgm:presLayoutVars>
      </dgm:prSet>
      <dgm:spPr/>
    </dgm:pt>
    <dgm:pt modelId="{6634B45B-FC0A-436F-A800-1EA6B35F5661}" type="pres">
      <dgm:prSet presAssocID="{01736AF8-9CB6-4436-9CF2-1A63744D86A3}" presName="sibTrans" presStyleCnt="0"/>
      <dgm:spPr/>
    </dgm:pt>
    <dgm:pt modelId="{B8552E35-916B-45ED-8E1E-B3DCDA4B268D}" type="pres">
      <dgm:prSet presAssocID="{E7C1A534-5844-4C98-80A5-11BC3AC468DB}" presName="compNode" presStyleCnt="0"/>
      <dgm:spPr/>
    </dgm:pt>
    <dgm:pt modelId="{EDFF460F-A84A-4FA4-8FE2-D43F905E201A}" type="pres">
      <dgm:prSet presAssocID="{E7C1A534-5844-4C98-80A5-11BC3AC468DB}" presName="bgRect" presStyleLbl="bgShp" presStyleIdx="4" presStyleCnt="5"/>
      <dgm:spPr/>
    </dgm:pt>
    <dgm:pt modelId="{46206FB2-83ED-40AC-85E0-FF68FC9F2AF9}" type="pres">
      <dgm:prSet presAssocID="{E7C1A534-5844-4C98-80A5-11BC3AC468D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3E1B4D56-9912-40AC-97DB-A848592361DE}" type="pres">
      <dgm:prSet presAssocID="{E7C1A534-5844-4C98-80A5-11BC3AC468DB}" presName="spaceRect" presStyleCnt="0"/>
      <dgm:spPr/>
    </dgm:pt>
    <dgm:pt modelId="{BE18AE46-A5CD-4F98-8B74-5F312DCCF0A8}" type="pres">
      <dgm:prSet presAssocID="{E7C1A534-5844-4C98-80A5-11BC3AC468D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2703703-BB52-4D5E-A659-E1183BD0F7A0}" type="presOf" srcId="{97B5D2DB-1EB3-4EB6-ACD1-7B545AD14CC0}" destId="{FACF0DA8-353C-4DBD-8B48-A973C562C800}" srcOrd="0" destOrd="0" presId="urn:microsoft.com/office/officeart/2018/2/layout/IconVerticalSolidList"/>
    <dgm:cxn modelId="{67F63C0D-CD20-4765-A929-DE2B813B0FCF}" type="presOf" srcId="{63D1E47C-B73B-45D6-B0B6-DE9703CE431C}" destId="{F358E87B-2AF7-4953-8ABB-34B6BD1E9E96}" srcOrd="0" destOrd="0" presId="urn:microsoft.com/office/officeart/2018/2/layout/IconVerticalSolidList"/>
    <dgm:cxn modelId="{FB6EC816-525C-4074-8045-88CA19E37311}" srcId="{63D1E47C-B73B-45D6-B0B6-DE9703CE431C}" destId="{74862C3E-8EF9-49C9-B14C-B28660C7A157}" srcOrd="2" destOrd="0" parTransId="{C93ED009-E2B8-4E97-AA15-F7E64C0C9F6F}" sibTransId="{710D25C3-10B9-405D-B4A5-0A284530A8D2}"/>
    <dgm:cxn modelId="{ED5FD317-E512-4BC2-8D5F-57F74ABE01C8}" type="presOf" srcId="{74862C3E-8EF9-49C9-B14C-B28660C7A157}" destId="{B6DD33CE-AA97-46A7-897F-29092E407E99}" srcOrd="0" destOrd="0" presId="urn:microsoft.com/office/officeart/2018/2/layout/IconVerticalSolidList"/>
    <dgm:cxn modelId="{3D75221F-84E8-4A3B-BF13-F652784A1083}" srcId="{63D1E47C-B73B-45D6-B0B6-DE9703CE431C}" destId="{E7C1A534-5844-4C98-80A5-11BC3AC468DB}" srcOrd="4" destOrd="0" parTransId="{06AF921B-3972-45C3-A246-D8B0B8B90D85}" sibTransId="{5112952D-F0D6-4CE7-905F-84A1A8C07800}"/>
    <dgm:cxn modelId="{DAB7A722-292E-4185-84C7-FB426B524DDB}" type="presOf" srcId="{D702215B-04CB-4B67-82D1-888C824B5375}" destId="{088573DD-E03B-42B6-A197-572B4B466FB7}" srcOrd="0" destOrd="0" presId="urn:microsoft.com/office/officeart/2018/2/layout/IconVerticalSolidList"/>
    <dgm:cxn modelId="{0587732D-444D-4F1F-9C81-F477D28FCDDC}" srcId="{63D1E47C-B73B-45D6-B0B6-DE9703CE431C}" destId="{97B5D2DB-1EB3-4EB6-ACD1-7B545AD14CC0}" srcOrd="0" destOrd="0" parTransId="{3CB5CD0D-8FE8-4D7E-8C36-91B7FE74E581}" sibTransId="{EED9768A-CAA8-43A9-BE23-FB64F30F3A47}"/>
    <dgm:cxn modelId="{10E1755F-0CF0-496C-91EC-1D3E84E5814D}" srcId="{63D1E47C-B73B-45D6-B0B6-DE9703CE431C}" destId="{362CFCF0-46EE-4DA8-B2D3-3E616404EB97}" srcOrd="3" destOrd="0" parTransId="{45E3DF49-035E-4D5E-8949-9E17C39225C8}" sibTransId="{01736AF8-9CB6-4436-9CF2-1A63744D86A3}"/>
    <dgm:cxn modelId="{EA01E978-28D6-4399-9693-3A7562B14276}" srcId="{63D1E47C-B73B-45D6-B0B6-DE9703CE431C}" destId="{D702215B-04CB-4B67-82D1-888C824B5375}" srcOrd="1" destOrd="0" parTransId="{36EED7E2-3BC5-4277-8110-D68DDE6EF78E}" sibTransId="{F696ED91-7A05-4796-99DB-2DF2D66305FA}"/>
    <dgm:cxn modelId="{0F02F67B-A0B4-4778-85D5-9E5A14129935}" type="presOf" srcId="{E7C1A534-5844-4C98-80A5-11BC3AC468DB}" destId="{BE18AE46-A5CD-4F98-8B74-5F312DCCF0A8}" srcOrd="0" destOrd="0" presId="urn:microsoft.com/office/officeart/2018/2/layout/IconVerticalSolidList"/>
    <dgm:cxn modelId="{1A0FC2EE-6F88-4CEF-B9BF-6D369A4D373B}" type="presOf" srcId="{362CFCF0-46EE-4DA8-B2D3-3E616404EB97}" destId="{93C33225-EE9D-45F9-82E9-8B5B89B41F6B}" srcOrd="0" destOrd="0" presId="urn:microsoft.com/office/officeart/2018/2/layout/IconVerticalSolidList"/>
    <dgm:cxn modelId="{16BC41B2-F8AC-4B0A-8295-24139B93DF6A}" type="presParOf" srcId="{F358E87B-2AF7-4953-8ABB-34B6BD1E9E96}" destId="{B03F86C2-FAA5-416A-B602-269FA1A6A303}" srcOrd="0" destOrd="0" presId="urn:microsoft.com/office/officeart/2018/2/layout/IconVerticalSolidList"/>
    <dgm:cxn modelId="{5C2C25E7-FCC2-46D6-9503-2C22F7C52BCF}" type="presParOf" srcId="{B03F86C2-FAA5-416A-B602-269FA1A6A303}" destId="{342475CB-5B0B-402E-891D-051D9B094446}" srcOrd="0" destOrd="0" presId="urn:microsoft.com/office/officeart/2018/2/layout/IconVerticalSolidList"/>
    <dgm:cxn modelId="{95ABE7D3-5851-4BB1-966D-FB171E4E6F3C}" type="presParOf" srcId="{B03F86C2-FAA5-416A-B602-269FA1A6A303}" destId="{5548BCE6-87BF-47E1-ACBA-B2917FE0166E}" srcOrd="1" destOrd="0" presId="urn:microsoft.com/office/officeart/2018/2/layout/IconVerticalSolidList"/>
    <dgm:cxn modelId="{1C47F320-F3FF-4A18-B083-84D97C18B3C5}" type="presParOf" srcId="{B03F86C2-FAA5-416A-B602-269FA1A6A303}" destId="{7CD59AC7-399F-4BF1-96F2-52894E1C3B74}" srcOrd="2" destOrd="0" presId="urn:microsoft.com/office/officeart/2018/2/layout/IconVerticalSolidList"/>
    <dgm:cxn modelId="{3DAAE6CD-C33D-4091-9497-09BA92BF2B21}" type="presParOf" srcId="{B03F86C2-FAA5-416A-B602-269FA1A6A303}" destId="{FACF0DA8-353C-4DBD-8B48-A973C562C800}" srcOrd="3" destOrd="0" presId="urn:microsoft.com/office/officeart/2018/2/layout/IconVerticalSolidList"/>
    <dgm:cxn modelId="{DDC68A53-D92E-4030-9F15-5D1BEFCEDC91}" type="presParOf" srcId="{F358E87B-2AF7-4953-8ABB-34B6BD1E9E96}" destId="{9F4413D3-76CD-405A-89C4-047598A8719B}" srcOrd="1" destOrd="0" presId="urn:microsoft.com/office/officeart/2018/2/layout/IconVerticalSolidList"/>
    <dgm:cxn modelId="{5B1C9E67-4470-4FFD-A485-29D02376885A}" type="presParOf" srcId="{F358E87B-2AF7-4953-8ABB-34B6BD1E9E96}" destId="{54CB2AB3-D955-40FF-AE39-EAADC1FBAAA2}" srcOrd="2" destOrd="0" presId="urn:microsoft.com/office/officeart/2018/2/layout/IconVerticalSolidList"/>
    <dgm:cxn modelId="{606394B8-3BDE-4729-BD92-49082E4BC0A3}" type="presParOf" srcId="{54CB2AB3-D955-40FF-AE39-EAADC1FBAAA2}" destId="{73BA1B0F-648F-4563-B8D7-FFF0C6279C8B}" srcOrd="0" destOrd="0" presId="urn:microsoft.com/office/officeart/2018/2/layout/IconVerticalSolidList"/>
    <dgm:cxn modelId="{6DAFF799-6D2E-481C-AD22-DD187BC1C6A4}" type="presParOf" srcId="{54CB2AB3-D955-40FF-AE39-EAADC1FBAAA2}" destId="{DD4752E0-A5B6-4791-B8E5-2D40A5CDAECD}" srcOrd="1" destOrd="0" presId="urn:microsoft.com/office/officeart/2018/2/layout/IconVerticalSolidList"/>
    <dgm:cxn modelId="{3AE2997C-A367-4610-B8FF-A86111F0E855}" type="presParOf" srcId="{54CB2AB3-D955-40FF-AE39-EAADC1FBAAA2}" destId="{B633D20D-B118-449E-BBEB-107F109A016C}" srcOrd="2" destOrd="0" presId="urn:microsoft.com/office/officeart/2018/2/layout/IconVerticalSolidList"/>
    <dgm:cxn modelId="{E289FB66-29E1-423B-9875-A4817A3EBF67}" type="presParOf" srcId="{54CB2AB3-D955-40FF-AE39-EAADC1FBAAA2}" destId="{088573DD-E03B-42B6-A197-572B4B466FB7}" srcOrd="3" destOrd="0" presId="urn:microsoft.com/office/officeart/2018/2/layout/IconVerticalSolidList"/>
    <dgm:cxn modelId="{3A53CC59-CCA3-4ECF-A0EE-F3C88EB4D110}" type="presParOf" srcId="{F358E87B-2AF7-4953-8ABB-34B6BD1E9E96}" destId="{DF09E754-222F-4C7B-B946-E93AEA74DA95}" srcOrd="3" destOrd="0" presId="urn:microsoft.com/office/officeart/2018/2/layout/IconVerticalSolidList"/>
    <dgm:cxn modelId="{9B053327-3C44-4D9D-9B46-E7162E187E82}" type="presParOf" srcId="{F358E87B-2AF7-4953-8ABB-34B6BD1E9E96}" destId="{0C686DEF-4DF3-445C-AAB9-21561B0BB3A6}" srcOrd="4" destOrd="0" presId="urn:microsoft.com/office/officeart/2018/2/layout/IconVerticalSolidList"/>
    <dgm:cxn modelId="{2A8522F7-443D-44AD-9740-4E38D3DB6BF6}" type="presParOf" srcId="{0C686DEF-4DF3-445C-AAB9-21561B0BB3A6}" destId="{4C573CF8-E060-4AEC-8254-BEEF3BF1EF13}" srcOrd="0" destOrd="0" presId="urn:microsoft.com/office/officeart/2018/2/layout/IconVerticalSolidList"/>
    <dgm:cxn modelId="{3FF5B2D8-4524-415F-8678-1848329540BB}" type="presParOf" srcId="{0C686DEF-4DF3-445C-AAB9-21561B0BB3A6}" destId="{B50DB83A-909D-4517-9004-0539A0A2F5F3}" srcOrd="1" destOrd="0" presId="urn:microsoft.com/office/officeart/2018/2/layout/IconVerticalSolidList"/>
    <dgm:cxn modelId="{4B6B5F1E-E871-4E75-9E60-760BD74B52F6}" type="presParOf" srcId="{0C686DEF-4DF3-445C-AAB9-21561B0BB3A6}" destId="{E6F8C9AE-9996-4B9B-A45C-E811580DC476}" srcOrd="2" destOrd="0" presId="urn:microsoft.com/office/officeart/2018/2/layout/IconVerticalSolidList"/>
    <dgm:cxn modelId="{D84125FA-E0D1-4CBB-BAD4-01847C2CA78C}" type="presParOf" srcId="{0C686DEF-4DF3-445C-AAB9-21561B0BB3A6}" destId="{B6DD33CE-AA97-46A7-897F-29092E407E99}" srcOrd="3" destOrd="0" presId="urn:microsoft.com/office/officeart/2018/2/layout/IconVerticalSolidList"/>
    <dgm:cxn modelId="{55A1D5B3-8F27-4C73-80B1-9E5CC992508A}" type="presParOf" srcId="{F358E87B-2AF7-4953-8ABB-34B6BD1E9E96}" destId="{192E67BD-358C-4531-B268-BE8FC4970952}" srcOrd="5" destOrd="0" presId="urn:microsoft.com/office/officeart/2018/2/layout/IconVerticalSolidList"/>
    <dgm:cxn modelId="{578E9E46-129C-465C-AFBC-49013EEB5272}" type="presParOf" srcId="{F358E87B-2AF7-4953-8ABB-34B6BD1E9E96}" destId="{11B3A02C-9C78-480C-896E-C98BA1B4BC6C}" srcOrd="6" destOrd="0" presId="urn:microsoft.com/office/officeart/2018/2/layout/IconVerticalSolidList"/>
    <dgm:cxn modelId="{CEF8DBCB-0C7D-4E6E-89C4-9DE938E001EE}" type="presParOf" srcId="{11B3A02C-9C78-480C-896E-C98BA1B4BC6C}" destId="{7EBBF60D-A964-45BB-947A-6B3C19F8F2C5}" srcOrd="0" destOrd="0" presId="urn:microsoft.com/office/officeart/2018/2/layout/IconVerticalSolidList"/>
    <dgm:cxn modelId="{2C71AA4E-8A5F-46AF-B3B9-F855E49B6C33}" type="presParOf" srcId="{11B3A02C-9C78-480C-896E-C98BA1B4BC6C}" destId="{759DDC69-7D9A-4931-87D7-7FA34103E591}" srcOrd="1" destOrd="0" presId="urn:microsoft.com/office/officeart/2018/2/layout/IconVerticalSolidList"/>
    <dgm:cxn modelId="{24F55EA4-DC25-4F92-886B-11C471E728EF}" type="presParOf" srcId="{11B3A02C-9C78-480C-896E-C98BA1B4BC6C}" destId="{8E09F585-32D9-4DA3-8155-CE9609F4B6F0}" srcOrd="2" destOrd="0" presId="urn:microsoft.com/office/officeart/2018/2/layout/IconVerticalSolidList"/>
    <dgm:cxn modelId="{095FBA79-AFE9-4889-A79E-6EAACC3F4CAE}" type="presParOf" srcId="{11B3A02C-9C78-480C-896E-C98BA1B4BC6C}" destId="{93C33225-EE9D-45F9-82E9-8B5B89B41F6B}" srcOrd="3" destOrd="0" presId="urn:microsoft.com/office/officeart/2018/2/layout/IconVerticalSolidList"/>
    <dgm:cxn modelId="{3B64B230-8D79-4975-BFF5-F851B034D473}" type="presParOf" srcId="{F358E87B-2AF7-4953-8ABB-34B6BD1E9E96}" destId="{6634B45B-FC0A-436F-A800-1EA6B35F5661}" srcOrd="7" destOrd="0" presId="urn:microsoft.com/office/officeart/2018/2/layout/IconVerticalSolidList"/>
    <dgm:cxn modelId="{148DB79A-F1C6-49E7-A120-AFDB3FDBD571}" type="presParOf" srcId="{F358E87B-2AF7-4953-8ABB-34B6BD1E9E96}" destId="{B8552E35-916B-45ED-8E1E-B3DCDA4B268D}" srcOrd="8" destOrd="0" presId="urn:microsoft.com/office/officeart/2018/2/layout/IconVerticalSolidList"/>
    <dgm:cxn modelId="{0CF1BDCC-BEAD-46A4-88D7-EF35083D21A8}" type="presParOf" srcId="{B8552E35-916B-45ED-8E1E-B3DCDA4B268D}" destId="{EDFF460F-A84A-4FA4-8FE2-D43F905E201A}" srcOrd="0" destOrd="0" presId="urn:microsoft.com/office/officeart/2018/2/layout/IconVerticalSolidList"/>
    <dgm:cxn modelId="{49195167-3D90-4780-B007-273E51FDB9AD}" type="presParOf" srcId="{B8552E35-916B-45ED-8E1E-B3DCDA4B268D}" destId="{46206FB2-83ED-40AC-85E0-FF68FC9F2AF9}" srcOrd="1" destOrd="0" presId="urn:microsoft.com/office/officeart/2018/2/layout/IconVerticalSolidList"/>
    <dgm:cxn modelId="{DA1EE1DE-434F-4CAD-A97A-923C577BB207}" type="presParOf" srcId="{B8552E35-916B-45ED-8E1E-B3DCDA4B268D}" destId="{3E1B4D56-9912-40AC-97DB-A848592361DE}" srcOrd="2" destOrd="0" presId="urn:microsoft.com/office/officeart/2018/2/layout/IconVerticalSolidList"/>
    <dgm:cxn modelId="{D09D8DBD-308E-45F9-9C1C-069FC056B070}" type="presParOf" srcId="{B8552E35-916B-45ED-8E1E-B3DCDA4B268D}" destId="{BE18AE46-A5CD-4F98-8B74-5F312DCCF0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0D278E-C36A-436A-8FB6-FF9714F8C7A5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917F1A9-55DD-4B3A-91F2-A38753763D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IAR Embedded Workbench</a:t>
          </a:r>
          <a:r>
            <a:rPr lang="en-US"/>
            <a:t> – Embedded C development for STM32</a:t>
          </a:r>
        </a:p>
      </dgm:t>
    </dgm:pt>
    <dgm:pt modelId="{739E8B78-CFFF-4077-8095-20FB1FE91694}" type="parTrans" cxnId="{68CBD634-100C-4432-AD7F-E47B14D15A5D}">
      <dgm:prSet/>
      <dgm:spPr/>
      <dgm:t>
        <a:bodyPr/>
        <a:lstStyle/>
        <a:p>
          <a:endParaRPr lang="en-US"/>
        </a:p>
      </dgm:t>
    </dgm:pt>
    <dgm:pt modelId="{85812DBF-A969-43A9-816C-63F47ABD0824}" type="sibTrans" cxnId="{68CBD634-100C-4432-AD7F-E47B14D15A5D}">
      <dgm:prSet/>
      <dgm:spPr/>
      <dgm:t>
        <a:bodyPr/>
        <a:lstStyle/>
        <a:p>
          <a:endParaRPr lang="en-US"/>
        </a:p>
      </dgm:t>
    </dgm:pt>
    <dgm:pt modelId="{14513709-ABC6-498C-A920-E5292AED60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Arduino IDE</a:t>
          </a:r>
          <a:r>
            <a:rPr lang="en-US"/>
            <a:t> – ESP32 programming and serial debugging</a:t>
          </a:r>
        </a:p>
      </dgm:t>
    </dgm:pt>
    <dgm:pt modelId="{2F49F735-A5BF-459B-BEE4-1DA0CB86378F}" type="parTrans" cxnId="{058B2018-FA08-4C84-9184-B0798E2BD207}">
      <dgm:prSet/>
      <dgm:spPr/>
      <dgm:t>
        <a:bodyPr/>
        <a:lstStyle/>
        <a:p>
          <a:endParaRPr lang="en-US"/>
        </a:p>
      </dgm:t>
    </dgm:pt>
    <dgm:pt modelId="{932F54A6-EAD7-4E17-9810-5873E4AE0402}" type="sibTrans" cxnId="{058B2018-FA08-4C84-9184-B0798E2BD207}">
      <dgm:prSet/>
      <dgm:spPr/>
      <dgm:t>
        <a:bodyPr/>
        <a:lstStyle/>
        <a:p>
          <a:endParaRPr lang="en-US"/>
        </a:p>
      </dgm:t>
    </dgm:pt>
    <dgm:pt modelId="{FC8B68AD-32BF-47B5-9B22-A7E911E72D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Firebase Realtime Database</a:t>
          </a:r>
          <a:r>
            <a:rPr lang="en-US"/>
            <a:t> – Cloud data storage and visualization</a:t>
          </a:r>
        </a:p>
      </dgm:t>
    </dgm:pt>
    <dgm:pt modelId="{87D2E521-ACDE-41F9-B96A-99645B9A7B3D}" type="parTrans" cxnId="{451DD84F-C52A-4E85-8B23-AD9725964FF2}">
      <dgm:prSet/>
      <dgm:spPr/>
      <dgm:t>
        <a:bodyPr/>
        <a:lstStyle/>
        <a:p>
          <a:endParaRPr lang="en-US"/>
        </a:p>
      </dgm:t>
    </dgm:pt>
    <dgm:pt modelId="{7D118011-F145-4947-9660-8E52AA81FEE7}" type="sibTrans" cxnId="{451DD84F-C52A-4E85-8B23-AD9725964FF2}">
      <dgm:prSet/>
      <dgm:spPr/>
      <dgm:t>
        <a:bodyPr/>
        <a:lstStyle/>
        <a:p>
          <a:endParaRPr lang="en-US"/>
        </a:p>
      </dgm:t>
    </dgm:pt>
    <dgm:pt modelId="{0A6348CC-5CA3-4967-81ED-6142F4B840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Serial Monitor (UART)</a:t>
          </a:r>
          <a:r>
            <a:rPr lang="en-US"/>
            <a:t> – Communication testing and debugging</a:t>
          </a:r>
        </a:p>
      </dgm:t>
    </dgm:pt>
    <dgm:pt modelId="{4135B49E-9995-4933-A7B9-2A950C90AEA0}" type="parTrans" cxnId="{A730F79B-B4B4-4D59-9AA2-DBD03D7998C3}">
      <dgm:prSet/>
      <dgm:spPr/>
      <dgm:t>
        <a:bodyPr/>
        <a:lstStyle/>
        <a:p>
          <a:endParaRPr lang="en-US"/>
        </a:p>
      </dgm:t>
    </dgm:pt>
    <dgm:pt modelId="{DBF881CA-5C5C-41F1-9A3C-C877B49E4A81}" type="sibTrans" cxnId="{A730F79B-B4B4-4D59-9AA2-DBD03D7998C3}">
      <dgm:prSet/>
      <dgm:spPr/>
      <dgm:t>
        <a:bodyPr/>
        <a:lstStyle/>
        <a:p>
          <a:endParaRPr lang="en-US"/>
        </a:p>
      </dgm:t>
    </dgm:pt>
    <dgm:pt modelId="{07052E72-3CC8-471B-AF4E-B4BA1447C4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Mermaid Chart / Eraser.io</a:t>
          </a:r>
          <a:r>
            <a:rPr lang="en-US"/>
            <a:t> – Block and architecture diagram design</a:t>
          </a:r>
        </a:p>
      </dgm:t>
    </dgm:pt>
    <dgm:pt modelId="{6472070E-D534-45D4-9CEA-21DC2D1DD038}" type="parTrans" cxnId="{DEDED01B-FD65-45FD-B5A5-57CD16D84C07}">
      <dgm:prSet/>
      <dgm:spPr/>
      <dgm:t>
        <a:bodyPr/>
        <a:lstStyle/>
        <a:p>
          <a:endParaRPr lang="en-US"/>
        </a:p>
      </dgm:t>
    </dgm:pt>
    <dgm:pt modelId="{3AC515ED-FDFB-4272-92CD-F578C7373C0D}" type="sibTrans" cxnId="{DEDED01B-FD65-45FD-B5A5-57CD16D84C07}">
      <dgm:prSet/>
      <dgm:spPr/>
      <dgm:t>
        <a:bodyPr/>
        <a:lstStyle/>
        <a:p>
          <a:endParaRPr lang="en-US"/>
        </a:p>
      </dgm:t>
    </dgm:pt>
    <dgm:pt modelId="{5A078ED3-1EAF-4E59-B5BF-FD7B2EB81965}" type="pres">
      <dgm:prSet presAssocID="{290D278E-C36A-436A-8FB6-FF9714F8C7A5}" presName="root" presStyleCnt="0">
        <dgm:presLayoutVars>
          <dgm:dir/>
          <dgm:resizeHandles val="exact"/>
        </dgm:presLayoutVars>
      </dgm:prSet>
      <dgm:spPr/>
    </dgm:pt>
    <dgm:pt modelId="{5920839C-48BB-494D-975C-89EFE869DF13}" type="pres">
      <dgm:prSet presAssocID="{D917F1A9-55DD-4B3A-91F2-A38753763D74}" presName="compNode" presStyleCnt="0"/>
      <dgm:spPr/>
    </dgm:pt>
    <dgm:pt modelId="{8D7FF2DA-6F7C-48FB-98B9-4443158C7C63}" type="pres">
      <dgm:prSet presAssocID="{D917F1A9-55DD-4B3A-91F2-A38753763D74}" presName="bgRect" presStyleLbl="bgShp" presStyleIdx="0" presStyleCnt="5"/>
      <dgm:spPr/>
    </dgm:pt>
    <dgm:pt modelId="{9188E9D6-1FB1-4142-99FE-1BA69EFC6C81}" type="pres">
      <dgm:prSet presAssocID="{D917F1A9-55DD-4B3A-91F2-A38753763D7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D77EFB-82AB-43EC-A2C0-C44AC8017A98}" type="pres">
      <dgm:prSet presAssocID="{D917F1A9-55DD-4B3A-91F2-A38753763D74}" presName="spaceRect" presStyleCnt="0"/>
      <dgm:spPr/>
    </dgm:pt>
    <dgm:pt modelId="{04C13264-BD72-4ED7-8FB7-63204629DA2E}" type="pres">
      <dgm:prSet presAssocID="{D917F1A9-55DD-4B3A-91F2-A38753763D74}" presName="parTx" presStyleLbl="revTx" presStyleIdx="0" presStyleCnt="5">
        <dgm:presLayoutVars>
          <dgm:chMax val="0"/>
          <dgm:chPref val="0"/>
        </dgm:presLayoutVars>
      </dgm:prSet>
      <dgm:spPr/>
    </dgm:pt>
    <dgm:pt modelId="{F4D78859-9DEC-4FD1-AD16-EDF8D183D0AD}" type="pres">
      <dgm:prSet presAssocID="{85812DBF-A969-43A9-816C-63F47ABD0824}" presName="sibTrans" presStyleCnt="0"/>
      <dgm:spPr/>
    </dgm:pt>
    <dgm:pt modelId="{173AD943-9126-47B5-BA8B-1AA87884E467}" type="pres">
      <dgm:prSet presAssocID="{14513709-ABC6-498C-A920-E5292AED601E}" presName="compNode" presStyleCnt="0"/>
      <dgm:spPr/>
    </dgm:pt>
    <dgm:pt modelId="{4D48BE28-67EA-42B4-87DF-3EF19A59EC93}" type="pres">
      <dgm:prSet presAssocID="{14513709-ABC6-498C-A920-E5292AED601E}" presName="bgRect" presStyleLbl="bgShp" presStyleIdx="1" presStyleCnt="5"/>
      <dgm:spPr/>
    </dgm:pt>
    <dgm:pt modelId="{58CD2989-3C2C-4EC9-8D09-CD10187F8982}" type="pres">
      <dgm:prSet presAssocID="{14513709-ABC6-498C-A920-E5292AED601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DEC8705-0351-47D9-A2D1-701D9EA4F38A}" type="pres">
      <dgm:prSet presAssocID="{14513709-ABC6-498C-A920-E5292AED601E}" presName="spaceRect" presStyleCnt="0"/>
      <dgm:spPr/>
    </dgm:pt>
    <dgm:pt modelId="{F7643F51-EA76-4933-8DDA-BDF7570953F6}" type="pres">
      <dgm:prSet presAssocID="{14513709-ABC6-498C-A920-E5292AED601E}" presName="parTx" presStyleLbl="revTx" presStyleIdx="1" presStyleCnt="5">
        <dgm:presLayoutVars>
          <dgm:chMax val="0"/>
          <dgm:chPref val="0"/>
        </dgm:presLayoutVars>
      </dgm:prSet>
      <dgm:spPr/>
    </dgm:pt>
    <dgm:pt modelId="{ABDAF8EC-AD41-4102-AF5A-1CA28556C516}" type="pres">
      <dgm:prSet presAssocID="{932F54A6-EAD7-4E17-9810-5873E4AE0402}" presName="sibTrans" presStyleCnt="0"/>
      <dgm:spPr/>
    </dgm:pt>
    <dgm:pt modelId="{8FA24B18-3CEC-4097-9992-8CF8BDCDD1D8}" type="pres">
      <dgm:prSet presAssocID="{FC8B68AD-32BF-47B5-9B22-A7E911E72D98}" presName="compNode" presStyleCnt="0"/>
      <dgm:spPr/>
    </dgm:pt>
    <dgm:pt modelId="{32145794-28C0-4AFB-9A9C-9B0BA7D09A17}" type="pres">
      <dgm:prSet presAssocID="{FC8B68AD-32BF-47B5-9B22-A7E911E72D98}" presName="bgRect" presStyleLbl="bgShp" presStyleIdx="2" presStyleCnt="5"/>
      <dgm:spPr/>
    </dgm:pt>
    <dgm:pt modelId="{EEE71320-7032-422B-9245-E0526D4458D9}" type="pres">
      <dgm:prSet presAssocID="{FC8B68AD-32BF-47B5-9B22-A7E911E72D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890E11E-ED30-4B8F-8929-7DCFDFF0D7ED}" type="pres">
      <dgm:prSet presAssocID="{FC8B68AD-32BF-47B5-9B22-A7E911E72D98}" presName="spaceRect" presStyleCnt="0"/>
      <dgm:spPr/>
    </dgm:pt>
    <dgm:pt modelId="{8CB89A4E-34E3-45DA-BF6B-82A48F947BD7}" type="pres">
      <dgm:prSet presAssocID="{FC8B68AD-32BF-47B5-9B22-A7E911E72D98}" presName="parTx" presStyleLbl="revTx" presStyleIdx="2" presStyleCnt="5">
        <dgm:presLayoutVars>
          <dgm:chMax val="0"/>
          <dgm:chPref val="0"/>
        </dgm:presLayoutVars>
      </dgm:prSet>
      <dgm:spPr/>
    </dgm:pt>
    <dgm:pt modelId="{750DE6AC-2065-4DDA-AA3E-53ED2CCAD89A}" type="pres">
      <dgm:prSet presAssocID="{7D118011-F145-4947-9660-8E52AA81FEE7}" presName="sibTrans" presStyleCnt="0"/>
      <dgm:spPr/>
    </dgm:pt>
    <dgm:pt modelId="{C78671A9-2866-477A-992E-96EC865EA87E}" type="pres">
      <dgm:prSet presAssocID="{0A6348CC-5CA3-4967-81ED-6142F4B840B7}" presName="compNode" presStyleCnt="0"/>
      <dgm:spPr/>
    </dgm:pt>
    <dgm:pt modelId="{8CFC8195-332A-4F81-8C29-67C64877F6B0}" type="pres">
      <dgm:prSet presAssocID="{0A6348CC-5CA3-4967-81ED-6142F4B840B7}" presName="bgRect" presStyleLbl="bgShp" presStyleIdx="3" presStyleCnt="5"/>
      <dgm:spPr/>
    </dgm:pt>
    <dgm:pt modelId="{5530D00D-195C-442F-B112-8692076DAAF6}" type="pres">
      <dgm:prSet presAssocID="{0A6348CC-5CA3-4967-81ED-6142F4B840B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7A80C51-5A0E-428A-A1A3-FF91B3C4ED21}" type="pres">
      <dgm:prSet presAssocID="{0A6348CC-5CA3-4967-81ED-6142F4B840B7}" presName="spaceRect" presStyleCnt="0"/>
      <dgm:spPr/>
    </dgm:pt>
    <dgm:pt modelId="{A2A2C317-3F15-4193-9DE7-BD8169E2A0BD}" type="pres">
      <dgm:prSet presAssocID="{0A6348CC-5CA3-4967-81ED-6142F4B840B7}" presName="parTx" presStyleLbl="revTx" presStyleIdx="3" presStyleCnt="5">
        <dgm:presLayoutVars>
          <dgm:chMax val="0"/>
          <dgm:chPref val="0"/>
        </dgm:presLayoutVars>
      </dgm:prSet>
      <dgm:spPr/>
    </dgm:pt>
    <dgm:pt modelId="{7907B889-BC6E-439A-BFFF-B5A055B72D57}" type="pres">
      <dgm:prSet presAssocID="{DBF881CA-5C5C-41F1-9A3C-C877B49E4A81}" presName="sibTrans" presStyleCnt="0"/>
      <dgm:spPr/>
    </dgm:pt>
    <dgm:pt modelId="{9A51C892-CB49-49FF-84F9-E55748222680}" type="pres">
      <dgm:prSet presAssocID="{07052E72-3CC8-471B-AF4E-B4BA1447C41C}" presName="compNode" presStyleCnt="0"/>
      <dgm:spPr/>
    </dgm:pt>
    <dgm:pt modelId="{3FBC3F40-2A54-49AA-82DA-C22CE121151E}" type="pres">
      <dgm:prSet presAssocID="{07052E72-3CC8-471B-AF4E-B4BA1447C41C}" presName="bgRect" presStyleLbl="bgShp" presStyleIdx="4" presStyleCnt="5"/>
      <dgm:spPr/>
    </dgm:pt>
    <dgm:pt modelId="{2225F80B-6687-4DA7-A827-86ED83C18DDB}" type="pres">
      <dgm:prSet presAssocID="{07052E72-3CC8-471B-AF4E-B4BA1447C41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al"/>
        </a:ext>
      </dgm:extLst>
    </dgm:pt>
    <dgm:pt modelId="{CFB3C010-2E36-499D-B90D-A40FA3A94198}" type="pres">
      <dgm:prSet presAssocID="{07052E72-3CC8-471B-AF4E-B4BA1447C41C}" presName="spaceRect" presStyleCnt="0"/>
      <dgm:spPr/>
    </dgm:pt>
    <dgm:pt modelId="{2FE13F75-A040-4F1F-85AE-0F64F1E02584}" type="pres">
      <dgm:prSet presAssocID="{07052E72-3CC8-471B-AF4E-B4BA1447C41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58B2018-FA08-4C84-9184-B0798E2BD207}" srcId="{290D278E-C36A-436A-8FB6-FF9714F8C7A5}" destId="{14513709-ABC6-498C-A920-E5292AED601E}" srcOrd="1" destOrd="0" parTransId="{2F49F735-A5BF-459B-BEE4-1DA0CB86378F}" sibTransId="{932F54A6-EAD7-4E17-9810-5873E4AE0402}"/>
    <dgm:cxn modelId="{DEDED01B-FD65-45FD-B5A5-57CD16D84C07}" srcId="{290D278E-C36A-436A-8FB6-FF9714F8C7A5}" destId="{07052E72-3CC8-471B-AF4E-B4BA1447C41C}" srcOrd="4" destOrd="0" parTransId="{6472070E-D534-45D4-9CEA-21DC2D1DD038}" sibTransId="{3AC515ED-FDFB-4272-92CD-F578C7373C0D}"/>
    <dgm:cxn modelId="{68CBD634-100C-4432-AD7F-E47B14D15A5D}" srcId="{290D278E-C36A-436A-8FB6-FF9714F8C7A5}" destId="{D917F1A9-55DD-4B3A-91F2-A38753763D74}" srcOrd="0" destOrd="0" parTransId="{739E8B78-CFFF-4077-8095-20FB1FE91694}" sibTransId="{85812DBF-A969-43A9-816C-63F47ABD0824}"/>
    <dgm:cxn modelId="{51E8E83E-67C9-4109-BC7D-F22C2F326773}" type="presOf" srcId="{FC8B68AD-32BF-47B5-9B22-A7E911E72D98}" destId="{8CB89A4E-34E3-45DA-BF6B-82A48F947BD7}" srcOrd="0" destOrd="0" presId="urn:microsoft.com/office/officeart/2018/2/layout/IconVerticalSolidList"/>
    <dgm:cxn modelId="{CAB58C4B-ECD0-44E4-8C91-E935C22FC276}" type="presOf" srcId="{290D278E-C36A-436A-8FB6-FF9714F8C7A5}" destId="{5A078ED3-1EAF-4E59-B5BF-FD7B2EB81965}" srcOrd="0" destOrd="0" presId="urn:microsoft.com/office/officeart/2018/2/layout/IconVerticalSolidList"/>
    <dgm:cxn modelId="{BC566A4E-3C16-40E0-9B70-3476FBAA0844}" type="presOf" srcId="{0A6348CC-5CA3-4967-81ED-6142F4B840B7}" destId="{A2A2C317-3F15-4193-9DE7-BD8169E2A0BD}" srcOrd="0" destOrd="0" presId="urn:microsoft.com/office/officeart/2018/2/layout/IconVerticalSolidList"/>
    <dgm:cxn modelId="{451DD84F-C52A-4E85-8B23-AD9725964FF2}" srcId="{290D278E-C36A-436A-8FB6-FF9714F8C7A5}" destId="{FC8B68AD-32BF-47B5-9B22-A7E911E72D98}" srcOrd="2" destOrd="0" parTransId="{87D2E521-ACDE-41F9-B96A-99645B9A7B3D}" sibTransId="{7D118011-F145-4947-9660-8E52AA81FEE7}"/>
    <dgm:cxn modelId="{CAE46C92-0031-4D95-8ED7-FE5F95111ED3}" type="presOf" srcId="{07052E72-3CC8-471B-AF4E-B4BA1447C41C}" destId="{2FE13F75-A040-4F1F-85AE-0F64F1E02584}" srcOrd="0" destOrd="0" presId="urn:microsoft.com/office/officeart/2018/2/layout/IconVerticalSolidList"/>
    <dgm:cxn modelId="{A730F79B-B4B4-4D59-9AA2-DBD03D7998C3}" srcId="{290D278E-C36A-436A-8FB6-FF9714F8C7A5}" destId="{0A6348CC-5CA3-4967-81ED-6142F4B840B7}" srcOrd="3" destOrd="0" parTransId="{4135B49E-9995-4933-A7B9-2A950C90AEA0}" sibTransId="{DBF881CA-5C5C-41F1-9A3C-C877B49E4A81}"/>
    <dgm:cxn modelId="{9F9AE1A7-2A79-4C15-8787-43C8FB30EA85}" type="presOf" srcId="{14513709-ABC6-498C-A920-E5292AED601E}" destId="{F7643F51-EA76-4933-8DDA-BDF7570953F6}" srcOrd="0" destOrd="0" presId="urn:microsoft.com/office/officeart/2018/2/layout/IconVerticalSolidList"/>
    <dgm:cxn modelId="{830A4FB8-CBE6-446D-ADB7-1FA35EB0A810}" type="presOf" srcId="{D917F1A9-55DD-4B3A-91F2-A38753763D74}" destId="{04C13264-BD72-4ED7-8FB7-63204629DA2E}" srcOrd="0" destOrd="0" presId="urn:microsoft.com/office/officeart/2018/2/layout/IconVerticalSolidList"/>
    <dgm:cxn modelId="{9E4FF515-CDF0-40BE-BAD0-6B633251E27F}" type="presParOf" srcId="{5A078ED3-1EAF-4E59-B5BF-FD7B2EB81965}" destId="{5920839C-48BB-494D-975C-89EFE869DF13}" srcOrd="0" destOrd="0" presId="urn:microsoft.com/office/officeart/2018/2/layout/IconVerticalSolidList"/>
    <dgm:cxn modelId="{FB4C0C9A-2EA9-41CF-887C-AF90CFC1653C}" type="presParOf" srcId="{5920839C-48BB-494D-975C-89EFE869DF13}" destId="{8D7FF2DA-6F7C-48FB-98B9-4443158C7C63}" srcOrd="0" destOrd="0" presId="urn:microsoft.com/office/officeart/2018/2/layout/IconVerticalSolidList"/>
    <dgm:cxn modelId="{935B9542-59CA-4B23-8429-8EC51549916C}" type="presParOf" srcId="{5920839C-48BB-494D-975C-89EFE869DF13}" destId="{9188E9D6-1FB1-4142-99FE-1BA69EFC6C81}" srcOrd="1" destOrd="0" presId="urn:microsoft.com/office/officeart/2018/2/layout/IconVerticalSolidList"/>
    <dgm:cxn modelId="{AA564B62-D1A5-40D6-A0F9-75F8B312302A}" type="presParOf" srcId="{5920839C-48BB-494D-975C-89EFE869DF13}" destId="{5DD77EFB-82AB-43EC-A2C0-C44AC8017A98}" srcOrd="2" destOrd="0" presId="urn:microsoft.com/office/officeart/2018/2/layout/IconVerticalSolidList"/>
    <dgm:cxn modelId="{5761F796-3A16-4CD5-94D6-A3C476B6D462}" type="presParOf" srcId="{5920839C-48BB-494D-975C-89EFE869DF13}" destId="{04C13264-BD72-4ED7-8FB7-63204629DA2E}" srcOrd="3" destOrd="0" presId="urn:microsoft.com/office/officeart/2018/2/layout/IconVerticalSolidList"/>
    <dgm:cxn modelId="{8B85E7D6-9F97-46F4-99EC-A06D317480D9}" type="presParOf" srcId="{5A078ED3-1EAF-4E59-B5BF-FD7B2EB81965}" destId="{F4D78859-9DEC-4FD1-AD16-EDF8D183D0AD}" srcOrd="1" destOrd="0" presId="urn:microsoft.com/office/officeart/2018/2/layout/IconVerticalSolidList"/>
    <dgm:cxn modelId="{43BE61BE-D3F2-46BE-A260-583B30A9278F}" type="presParOf" srcId="{5A078ED3-1EAF-4E59-B5BF-FD7B2EB81965}" destId="{173AD943-9126-47B5-BA8B-1AA87884E467}" srcOrd="2" destOrd="0" presId="urn:microsoft.com/office/officeart/2018/2/layout/IconVerticalSolidList"/>
    <dgm:cxn modelId="{DAA94B39-BD16-4887-BE0D-97A7D82397EA}" type="presParOf" srcId="{173AD943-9126-47B5-BA8B-1AA87884E467}" destId="{4D48BE28-67EA-42B4-87DF-3EF19A59EC93}" srcOrd="0" destOrd="0" presId="urn:microsoft.com/office/officeart/2018/2/layout/IconVerticalSolidList"/>
    <dgm:cxn modelId="{D43116FE-E51F-4057-BB52-ECF4FDB2CBF3}" type="presParOf" srcId="{173AD943-9126-47B5-BA8B-1AA87884E467}" destId="{58CD2989-3C2C-4EC9-8D09-CD10187F8982}" srcOrd="1" destOrd="0" presId="urn:microsoft.com/office/officeart/2018/2/layout/IconVerticalSolidList"/>
    <dgm:cxn modelId="{1BD1EC95-EC67-4CD8-A630-508AD084E5B3}" type="presParOf" srcId="{173AD943-9126-47B5-BA8B-1AA87884E467}" destId="{9DEC8705-0351-47D9-A2D1-701D9EA4F38A}" srcOrd="2" destOrd="0" presId="urn:microsoft.com/office/officeart/2018/2/layout/IconVerticalSolidList"/>
    <dgm:cxn modelId="{F794FED5-EC58-44B2-875E-3EC13C46C969}" type="presParOf" srcId="{173AD943-9126-47B5-BA8B-1AA87884E467}" destId="{F7643F51-EA76-4933-8DDA-BDF7570953F6}" srcOrd="3" destOrd="0" presId="urn:microsoft.com/office/officeart/2018/2/layout/IconVerticalSolidList"/>
    <dgm:cxn modelId="{6E7446CA-DAC4-48FC-9DD1-373350992E4C}" type="presParOf" srcId="{5A078ED3-1EAF-4E59-B5BF-FD7B2EB81965}" destId="{ABDAF8EC-AD41-4102-AF5A-1CA28556C516}" srcOrd="3" destOrd="0" presId="urn:microsoft.com/office/officeart/2018/2/layout/IconVerticalSolidList"/>
    <dgm:cxn modelId="{F8979D0C-EFAA-4F4F-8444-77FB7DFB2B1A}" type="presParOf" srcId="{5A078ED3-1EAF-4E59-B5BF-FD7B2EB81965}" destId="{8FA24B18-3CEC-4097-9992-8CF8BDCDD1D8}" srcOrd="4" destOrd="0" presId="urn:microsoft.com/office/officeart/2018/2/layout/IconVerticalSolidList"/>
    <dgm:cxn modelId="{45E0E858-7D92-4D1B-9D79-028751596BDF}" type="presParOf" srcId="{8FA24B18-3CEC-4097-9992-8CF8BDCDD1D8}" destId="{32145794-28C0-4AFB-9A9C-9B0BA7D09A17}" srcOrd="0" destOrd="0" presId="urn:microsoft.com/office/officeart/2018/2/layout/IconVerticalSolidList"/>
    <dgm:cxn modelId="{D09E416A-DE9F-42F4-9930-F4136EE95F53}" type="presParOf" srcId="{8FA24B18-3CEC-4097-9992-8CF8BDCDD1D8}" destId="{EEE71320-7032-422B-9245-E0526D4458D9}" srcOrd="1" destOrd="0" presId="urn:microsoft.com/office/officeart/2018/2/layout/IconVerticalSolidList"/>
    <dgm:cxn modelId="{65979154-2199-442C-96FC-9900529B084D}" type="presParOf" srcId="{8FA24B18-3CEC-4097-9992-8CF8BDCDD1D8}" destId="{9890E11E-ED30-4B8F-8929-7DCFDFF0D7ED}" srcOrd="2" destOrd="0" presId="urn:microsoft.com/office/officeart/2018/2/layout/IconVerticalSolidList"/>
    <dgm:cxn modelId="{AC3E4037-0CCC-4C7D-8A51-B09930FCFD62}" type="presParOf" srcId="{8FA24B18-3CEC-4097-9992-8CF8BDCDD1D8}" destId="{8CB89A4E-34E3-45DA-BF6B-82A48F947BD7}" srcOrd="3" destOrd="0" presId="urn:microsoft.com/office/officeart/2018/2/layout/IconVerticalSolidList"/>
    <dgm:cxn modelId="{35EF79B4-48B5-44D5-B551-97D8C0D44E60}" type="presParOf" srcId="{5A078ED3-1EAF-4E59-B5BF-FD7B2EB81965}" destId="{750DE6AC-2065-4DDA-AA3E-53ED2CCAD89A}" srcOrd="5" destOrd="0" presId="urn:microsoft.com/office/officeart/2018/2/layout/IconVerticalSolidList"/>
    <dgm:cxn modelId="{E2816862-82D7-4EBF-BD3E-6EEE0929A1D7}" type="presParOf" srcId="{5A078ED3-1EAF-4E59-B5BF-FD7B2EB81965}" destId="{C78671A9-2866-477A-992E-96EC865EA87E}" srcOrd="6" destOrd="0" presId="urn:microsoft.com/office/officeart/2018/2/layout/IconVerticalSolidList"/>
    <dgm:cxn modelId="{85C44BF4-A4A6-4BCA-A470-FA90976D4ED7}" type="presParOf" srcId="{C78671A9-2866-477A-992E-96EC865EA87E}" destId="{8CFC8195-332A-4F81-8C29-67C64877F6B0}" srcOrd="0" destOrd="0" presId="urn:microsoft.com/office/officeart/2018/2/layout/IconVerticalSolidList"/>
    <dgm:cxn modelId="{876DC090-5DED-45E8-82E7-1327B70CBF51}" type="presParOf" srcId="{C78671A9-2866-477A-992E-96EC865EA87E}" destId="{5530D00D-195C-442F-B112-8692076DAAF6}" srcOrd="1" destOrd="0" presId="urn:microsoft.com/office/officeart/2018/2/layout/IconVerticalSolidList"/>
    <dgm:cxn modelId="{A499A1B6-D0F2-431A-95FE-A44B7694002B}" type="presParOf" srcId="{C78671A9-2866-477A-992E-96EC865EA87E}" destId="{C7A80C51-5A0E-428A-A1A3-FF91B3C4ED21}" srcOrd="2" destOrd="0" presId="urn:microsoft.com/office/officeart/2018/2/layout/IconVerticalSolidList"/>
    <dgm:cxn modelId="{E5B35DDA-3D31-4F6E-AD79-8AB51E31B896}" type="presParOf" srcId="{C78671A9-2866-477A-992E-96EC865EA87E}" destId="{A2A2C317-3F15-4193-9DE7-BD8169E2A0BD}" srcOrd="3" destOrd="0" presId="urn:microsoft.com/office/officeart/2018/2/layout/IconVerticalSolidList"/>
    <dgm:cxn modelId="{3EB3BDF2-4369-436A-BDB7-C133378C1533}" type="presParOf" srcId="{5A078ED3-1EAF-4E59-B5BF-FD7B2EB81965}" destId="{7907B889-BC6E-439A-BFFF-B5A055B72D57}" srcOrd="7" destOrd="0" presId="urn:microsoft.com/office/officeart/2018/2/layout/IconVerticalSolidList"/>
    <dgm:cxn modelId="{A78680C9-08CB-4285-8BCA-8CDC31AAB3DD}" type="presParOf" srcId="{5A078ED3-1EAF-4E59-B5BF-FD7B2EB81965}" destId="{9A51C892-CB49-49FF-84F9-E55748222680}" srcOrd="8" destOrd="0" presId="urn:microsoft.com/office/officeart/2018/2/layout/IconVerticalSolidList"/>
    <dgm:cxn modelId="{83F1F423-6F0C-46E1-ACAB-221F954F0048}" type="presParOf" srcId="{9A51C892-CB49-49FF-84F9-E55748222680}" destId="{3FBC3F40-2A54-49AA-82DA-C22CE121151E}" srcOrd="0" destOrd="0" presId="urn:microsoft.com/office/officeart/2018/2/layout/IconVerticalSolidList"/>
    <dgm:cxn modelId="{9AD3EF87-5F68-462A-AB3A-6A1D91822175}" type="presParOf" srcId="{9A51C892-CB49-49FF-84F9-E55748222680}" destId="{2225F80B-6687-4DA7-A827-86ED83C18DDB}" srcOrd="1" destOrd="0" presId="urn:microsoft.com/office/officeart/2018/2/layout/IconVerticalSolidList"/>
    <dgm:cxn modelId="{50B285CE-5143-42C8-8DFF-7C7657EDD5F4}" type="presParOf" srcId="{9A51C892-CB49-49FF-84F9-E55748222680}" destId="{CFB3C010-2E36-499D-B90D-A40FA3A94198}" srcOrd="2" destOrd="0" presId="urn:microsoft.com/office/officeart/2018/2/layout/IconVerticalSolidList"/>
    <dgm:cxn modelId="{77FCA2AB-FF67-4742-A0FA-BFFF3C41CE8B}" type="presParOf" srcId="{9A51C892-CB49-49FF-84F9-E55748222680}" destId="{2FE13F75-A040-4F1F-85AE-0F64F1E025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39C72BE-8191-4BB3-8DE1-C1D0CB8E5C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8258127-6695-4B29-87DC-C7E08E82D4F9}">
      <dgm:prSet custT="1"/>
      <dgm:spPr/>
      <dgm:t>
        <a:bodyPr/>
        <a:lstStyle/>
        <a:p>
          <a:r>
            <a:rPr lang="en-US" sz="2000" dirty="0"/>
            <a:t>Accurate voltage and current measurement</a:t>
          </a:r>
        </a:p>
      </dgm:t>
    </dgm:pt>
    <dgm:pt modelId="{8CED3489-9A50-4F87-9580-D39A81B4A045}" type="parTrans" cxnId="{C18F34A8-6F3A-4F16-97AD-D318773805B2}">
      <dgm:prSet/>
      <dgm:spPr/>
      <dgm:t>
        <a:bodyPr/>
        <a:lstStyle/>
        <a:p>
          <a:endParaRPr lang="en-US" sz="2000"/>
        </a:p>
      </dgm:t>
    </dgm:pt>
    <dgm:pt modelId="{FF5AB187-6EA3-4274-9912-A6A167E80A39}" type="sibTrans" cxnId="{C18F34A8-6F3A-4F16-97AD-D318773805B2}">
      <dgm:prSet/>
      <dgm:spPr/>
      <dgm:t>
        <a:bodyPr/>
        <a:lstStyle/>
        <a:p>
          <a:endParaRPr lang="en-US" sz="2000"/>
        </a:p>
      </dgm:t>
    </dgm:pt>
    <dgm:pt modelId="{019EB819-9E8A-45C9-AD69-5006FA404EA7}">
      <dgm:prSet custT="1"/>
      <dgm:spPr/>
      <dgm:t>
        <a:bodyPr/>
        <a:lstStyle/>
        <a:p>
          <a:r>
            <a:rPr lang="en-US" sz="2000"/>
            <a:t>Real-time power and energy tracking</a:t>
          </a:r>
        </a:p>
      </dgm:t>
    </dgm:pt>
    <dgm:pt modelId="{6552D0FF-3EEF-4BA4-88F4-EFC4505599DE}" type="parTrans" cxnId="{67B841E3-4483-44AB-9C8C-5A9BB3714519}">
      <dgm:prSet/>
      <dgm:spPr/>
      <dgm:t>
        <a:bodyPr/>
        <a:lstStyle/>
        <a:p>
          <a:endParaRPr lang="en-US" sz="2000"/>
        </a:p>
      </dgm:t>
    </dgm:pt>
    <dgm:pt modelId="{3EBC7F21-48D3-4E5C-A543-3237700FBD92}" type="sibTrans" cxnId="{67B841E3-4483-44AB-9C8C-5A9BB3714519}">
      <dgm:prSet/>
      <dgm:spPr/>
      <dgm:t>
        <a:bodyPr/>
        <a:lstStyle/>
        <a:p>
          <a:endParaRPr lang="en-US" sz="2000"/>
        </a:p>
      </dgm:t>
    </dgm:pt>
    <dgm:pt modelId="{BCF49E58-DFD7-4CA9-A9CD-CEB0A0484E80}">
      <dgm:prSet custT="1"/>
      <dgm:spPr/>
      <dgm:t>
        <a:bodyPr/>
        <a:lstStyle/>
        <a:p>
          <a:r>
            <a:rPr lang="en-US" sz="2000"/>
            <a:t>Successful cloud upload to Firebase</a:t>
          </a:r>
        </a:p>
      </dgm:t>
    </dgm:pt>
    <dgm:pt modelId="{32AA460C-CC19-4600-A0CE-8762B8B81A38}" type="parTrans" cxnId="{2E933DE9-8455-4177-AF9D-D0F22B22D792}">
      <dgm:prSet/>
      <dgm:spPr/>
      <dgm:t>
        <a:bodyPr/>
        <a:lstStyle/>
        <a:p>
          <a:endParaRPr lang="en-US" sz="2000"/>
        </a:p>
      </dgm:t>
    </dgm:pt>
    <dgm:pt modelId="{4AE18050-5389-4A1E-A5A2-AABFE2C635FA}" type="sibTrans" cxnId="{2E933DE9-8455-4177-AF9D-D0F22B22D792}">
      <dgm:prSet/>
      <dgm:spPr/>
      <dgm:t>
        <a:bodyPr/>
        <a:lstStyle/>
        <a:p>
          <a:endParaRPr lang="en-US" sz="2000"/>
        </a:p>
      </dgm:t>
    </dgm:pt>
    <dgm:pt modelId="{C80B2587-DB8C-42FF-9154-4C1A7DA951BB}">
      <dgm:prSet custT="1"/>
      <dgm:spPr/>
      <dgm:t>
        <a:bodyPr/>
        <a:lstStyle/>
        <a:p>
          <a:r>
            <a:rPr lang="en-US" sz="2000"/>
            <a:t>Stable system operation</a:t>
          </a:r>
        </a:p>
      </dgm:t>
    </dgm:pt>
    <dgm:pt modelId="{D5F74893-022F-445F-BFD4-97E9F123C572}" type="parTrans" cxnId="{ABA36AC8-2DCE-4D21-B6F6-86101931D6B1}">
      <dgm:prSet/>
      <dgm:spPr/>
      <dgm:t>
        <a:bodyPr/>
        <a:lstStyle/>
        <a:p>
          <a:endParaRPr lang="en-US" sz="2000"/>
        </a:p>
      </dgm:t>
    </dgm:pt>
    <dgm:pt modelId="{C3BBF6DC-0FB2-4B64-A0DA-64DDCE2FFFF4}" type="sibTrans" cxnId="{ABA36AC8-2DCE-4D21-B6F6-86101931D6B1}">
      <dgm:prSet/>
      <dgm:spPr/>
      <dgm:t>
        <a:bodyPr/>
        <a:lstStyle/>
        <a:p>
          <a:endParaRPr lang="en-US" sz="2000"/>
        </a:p>
      </dgm:t>
    </dgm:pt>
    <dgm:pt modelId="{12FA9A08-BD5D-4500-AD29-3E3E607B9263}" type="pres">
      <dgm:prSet presAssocID="{D39C72BE-8191-4BB3-8DE1-C1D0CB8E5CE6}" presName="root" presStyleCnt="0">
        <dgm:presLayoutVars>
          <dgm:dir/>
          <dgm:resizeHandles val="exact"/>
        </dgm:presLayoutVars>
      </dgm:prSet>
      <dgm:spPr/>
    </dgm:pt>
    <dgm:pt modelId="{BEAC1F0F-C03D-4320-9FFA-7552D20E91B9}" type="pres">
      <dgm:prSet presAssocID="{38258127-6695-4B29-87DC-C7E08E82D4F9}" presName="compNode" presStyleCnt="0"/>
      <dgm:spPr/>
    </dgm:pt>
    <dgm:pt modelId="{58B55BC9-3A7A-4C63-8CD5-852809E82D61}" type="pres">
      <dgm:prSet presAssocID="{38258127-6695-4B29-87DC-C7E08E82D4F9}" presName="bgRect" presStyleLbl="bgShp" presStyleIdx="0" presStyleCnt="4"/>
      <dgm:spPr/>
    </dgm:pt>
    <dgm:pt modelId="{819CED9E-5A4D-41B8-9639-BF6CB4490271}" type="pres">
      <dgm:prSet presAssocID="{38258127-6695-4B29-87DC-C7E08E82D4F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3D043A55-6878-4509-BF54-4F00EE50F02B}" type="pres">
      <dgm:prSet presAssocID="{38258127-6695-4B29-87DC-C7E08E82D4F9}" presName="spaceRect" presStyleCnt="0"/>
      <dgm:spPr/>
    </dgm:pt>
    <dgm:pt modelId="{9D3BAE01-AF2C-4E05-A06A-C526DBD4DD59}" type="pres">
      <dgm:prSet presAssocID="{38258127-6695-4B29-87DC-C7E08E82D4F9}" presName="parTx" presStyleLbl="revTx" presStyleIdx="0" presStyleCnt="4">
        <dgm:presLayoutVars>
          <dgm:chMax val="0"/>
          <dgm:chPref val="0"/>
        </dgm:presLayoutVars>
      </dgm:prSet>
      <dgm:spPr/>
    </dgm:pt>
    <dgm:pt modelId="{B2511F0A-E432-4457-9E8E-68A2F1E577CE}" type="pres">
      <dgm:prSet presAssocID="{FF5AB187-6EA3-4274-9912-A6A167E80A39}" presName="sibTrans" presStyleCnt="0"/>
      <dgm:spPr/>
    </dgm:pt>
    <dgm:pt modelId="{22B586E3-0AD6-4BD0-9E80-12523FDDE1DA}" type="pres">
      <dgm:prSet presAssocID="{019EB819-9E8A-45C9-AD69-5006FA404EA7}" presName="compNode" presStyleCnt="0"/>
      <dgm:spPr/>
    </dgm:pt>
    <dgm:pt modelId="{68DF91C5-B3DE-4B3D-BB0E-83862FD24F71}" type="pres">
      <dgm:prSet presAssocID="{019EB819-9E8A-45C9-AD69-5006FA404EA7}" presName="bgRect" presStyleLbl="bgShp" presStyleIdx="1" presStyleCnt="4"/>
      <dgm:spPr/>
    </dgm:pt>
    <dgm:pt modelId="{07ABCA12-6D2B-4D99-9D91-D89CFEAA774A}" type="pres">
      <dgm:prSet presAssocID="{019EB819-9E8A-45C9-AD69-5006FA404E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0B46AC2E-B0E2-49BB-A43C-B02ADCBF3FEC}" type="pres">
      <dgm:prSet presAssocID="{019EB819-9E8A-45C9-AD69-5006FA404EA7}" presName="spaceRect" presStyleCnt="0"/>
      <dgm:spPr/>
    </dgm:pt>
    <dgm:pt modelId="{11145408-ACC9-42A4-9CF8-139BC1918E4A}" type="pres">
      <dgm:prSet presAssocID="{019EB819-9E8A-45C9-AD69-5006FA404EA7}" presName="parTx" presStyleLbl="revTx" presStyleIdx="1" presStyleCnt="4">
        <dgm:presLayoutVars>
          <dgm:chMax val="0"/>
          <dgm:chPref val="0"/>
        </dgm:presLayoutVars>
      </dgm:prSet>
      <dgm:spPr/>
    </dgm:pt>
    <dgm:pt modelId="{C5F56E6A-7E8C-455E-A388-B859ABF3DF24}" type="pres">
      <dgm:prSet presAssocID="{3EBC7F21-48D3-4E5C-A543-3237700FBD92}" presName="sibTrans" presStyleCnt="0"/>
      <dgm:spPr/>
    </dgm:pt>
    <dgm:pt modelId="{28321039-F442-495D-B9D9-A5293EA3863E}" type="pres">
      <dgm:prSet presAssocID="{BCF49E58-DFD7-4CA9-A9CD-CEB0A0484E80}" presName="compNode" presStyleCnt="0"/>
      <dgm:spPr/>
    </dgm:pt>
    <dgm:pt modelId="{4766AB03-0E6F-4C23-B811-729871F05F2B}" type="pres">
      <dgm:prSet presAssocID="{BCF49E58-DFD7-4CA9-A9CD-CEB0A0484E80}" presName="bgRect" presStyleLbl="bgShp" presStyleIdx="2" presStyleCnt="4"/>
      <dgm:spPr/>
    </dgm:pt>
    <dgm:pt modelId="{4420D54D-E52D-451F-B697-6FE1D4618BC5}" type="pres">
      <dgm:prSet presAssocID="{BCF49E58-DFD7-4CA9-A9CD-CEB0A0484E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0D92B39-9435-4DD5-B0B0-BB6F4B39F2F3}" type="pres">
      <dgm:prSet presAssocID="{BCF49E58-DFD7-4CA9-A9CD-CEB0A0484E80}" presName="spaceRect" presStyleCnt="0"/>
      <dgm:spPr/>
    </dgm:pt>
    <dgm:pt modelId="{FCE97F4E-277F-4716-BBC0-6B9B226ABC66}" type="pres">
      <dgm:prSet presAssocID="{BCF49E58-DFD7-4CA9-A9CD-CEB0A0484E80}" presName="parTx" presStyleLbl="revTx" presStyleIdx="2" presStyleCnt="4">
        <dgm:presLayoutVars>
          <dgm:chMax val="0"/>
          <dgm:chPref val="0"/>
        </dgm:presLayoutVars>
      </dgm:prSet>
      <dgm:spPr/>
    </dgm:pt>
    <dgm:pt modelId="{4744B1B5-31DC-46D9-8C66-9E40836AE062}" type="pres">
      <dgm:prSet presAssocID="{4AE18050-5389-4A1E-A5A2-AABFE2C635FA}" presName="sibTrans" presStyleCnt="0"/>
      <dgm:spPr/>
    </dgm:pt>
    <dgm:pt modelId="{1BAB41AF-89F3-47D3-BA5A-1A76D25798AF}" type="pres">
      <dgm:prSet presAssocID="{C80B2587-DB8C-42FF-9154-4C1A7DA951BB}" presName="compNode" presStyleCnt="0"/>
      <dgm:spPr/>
    </dgm:pt>
    <dgm:pt modelId="{0A2C1059-ACF6-40FD-9876-ECC6E69F48E3}" type="pres">
      <dgm:prSet presAssocID="{C80B2587-DB8C-42FF-9154-4C1A7DA951BB}" presName="bgRect" presStyleLbl="bgShp" presStyleIdx="3" presStyleCnt="4"/>
      <dgm:spPr/>
    </dgm:pt>
    <dgm:pt modelId="{EBDD2797-0C0D-4022-9CF7-A1160FD279B4}" type="pres">
      <dgm:prSet presAssocID="{C80B2587-DB8C-42FF-9154-4C1A7DA951B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43291E-5EDE-4250-978B-89581D9F1620}" type="pres">
      <dgm:prSet presAssocID="{C80B2587-DB8C-42FF-9154-4C1A7DA951BB}" presName="spaceRect" presStyleCnt="0"/>
      <dgm:spPr/>
    </dgm:pt>
    <dgm:pt modelId="{010D0F0D-7388-4E75-BC28-6DC1D14B62A8}" type="pres">
      <dgm:prSet presAssocID="{C80B2587-DB8C-42FF-9154-4C1A7DA951B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C3DC00F-77B7-491C-92ED-4554157D09F5}" type="presOf" srcId="{BCF49E58-DFD7-4CA9-A9CD-CEB0A0484E80}" destId="{FCE97F4E-277F-4716-BBC0-6B9B226ABC66}" srcOrd="0" destOrd="0" presId="urn:microsoft.com/office/officeart/2018/2/layout/IconVerticalSolidList"/>
    <dgm:cxn modelId="{E02BAE38-E5DF-485B-B416-09B490C1B88D}" type="presOf" srcId="{019EB819-9E8A-45C9-AD69-5006FA404EA7}" destId="{11145408-ACC9-42A4-9CF8-139BC1918E4A}" srcOrd="0" destOrd="0" presId="urn:microsoft.com/office/officeart/2018/2/layout/IconVerticalSolidList"/>
    <dgm:cxn modelId="{02E1FB6C-74C4-4E11-BA9A-BBE5716D4731}" type="presOf" srcId="{38258127-6695-4B29-87DC-C7E08E82D4F9}" destId="{9D3BAE01-AF2C-4E05-A06A-C526DBD4DD59}" srcOrd="0" destOrd="0" presId="urn:microsoft.com/office/officeart/2018/2/layout/IconVerticalSolidList"/>
    <dgm:cxn modelId="{3B364B7D-6634-46B6-8531-806BC6AD7A29}" type="presOf" srcId="{C80B2587-DB8C-42FF-9154-4C1A7DA951BB}" destId="{010D0F0D-7388-4E75-BC28-6DC1D14B62A8}" srcOrd="0" destOrd="0" presId="urn:microsoft.com/office/officeart/2018/2/layout/IconVerticalSolidList"/>
    <dgm:cxn modelId="{C18F34A8-6F3A-4F16-97AD-D318773805B2}" srcId="{D39C72BE-8191-4BB3-8DE1-C1D0CB8E5CE6}" destId="{38258127-6695-4B29-87DC-C7E08E82D4F9}" srcOrd="0" destOrd="0" parTransId="{8CED3489-9A50-4F87-9580-D39A81B4A045}" sibTransId="{FF5AB187-6EA3-4274-9912-A6A167E80A39}"/>
    <dgm:cxn modelId="{ABA36AC8-2DCE-4D21-B6F6-86101931D6B1}" srcId="{D39C72BE-8191-4BB3-8DE1-C1D0CB8E5CE6}" destId="{C80B2587-DB8C-42FF-9154-4C1A7DA951BB}" srcOrd="3" destOrd="0" parTransId="{D5F74893-022F-445F-BFD4-97E9F123C572}" sibTransId="{C3BBF6DC-0FB2-4B64-A0DA-64DDCE2FFFF4}"/>
    <dgm:cxn modelId="{67B841E3-4483-44AB-9C8C-5A9BB3714519}" srcId="{D39C72BE-8191-4BB3-8DE1-C1D0CB8E5CE6}" destId="{019EB819-9E8A-45C9-AD69-5006FA404EA7}" srcOrd="1" destOrd="0" parTransId="{6552D0FF-3EEF-4BA4-88F4-EFC4505599DE}" sibTransId="{3EBC7F21-48D3-4E5C-A543-3237700FBD92}"/>
    <dgm:cxn modelId="{D869D6E7-F0C6-4CFA-9201-1C7BD7D02C7C}" type="presOf" srcId="{D39C72BE-8191-4BB3-8DE1-C1D0CB8E5CE6}" destId="{12FA9A08-BD5D-4500-AD29-3E3E607B9263}" srcOrd="0" destOrd="0" presId="urn:microsoft.com/office/officeart/2018/2/layout/IconVerticalSolidList"/>
    <dgm:cxn modelId="{2E933DE9-8455-4177-AF9D-D0F22B22D792}" srcId="{D39C72BE-8191-4BB3-8DE1-C1D0CB8E5CE6}" destId="{BCF49E58-DFD7-4CA9-A9CD-CEB0A0484E80}" srcOrd="2" destOrd="0" parTransId="{32AA460C-CC19-4600-A0CE-8762B8B81A38}" sibTransId="{4AE18050-5389-4A1E-A5A2-AABFE2C635FA}"/>
    <dgm:cxn modelId="{FD970749-ACE4-4D79-A6F5-E6AA632D30F1}" type="presParOf" srcId="{12FA9A08-BD5D-4500-AD29-3E3E607B9263}" destId="{BEAC1F0F-C03D-4320-9FFA-7552D20E91B9}" srcOrd="0" destOrd="0" presId="urn:microsoft.com/office/officeart/2018/2/layout/IconVerticalSolidList"/>
    <dgm:cxn modelId="{006198BA-D858-440D-BBD2-309A3F715D1C}" type="presParOf" srcId="{BEAC1F0F-C03D-4320-9FFA-7552D20E91B9}" destId="{58B55BC9-3A7A-4C63-8CD5-852809E82D61}" srcOrd="0" destOrd="0" presId="urn:microsoft.com/office/officeart/2018/2/layout/IconVerticalSolidList"/>
    <dgm:cxn modelId="{E83B01CE-139E-4BC4-A89B-E8746680E3FE}" type="presParOf" srcId="{BEAC1F0F-C03D-4320-9FFA-7552D20E91B9}" destId="{819CED9E-5A4D-41B8-9639-BF6CB4490271}" srcOrd="1" destOrd="0" presId="urn:microsoft.com/office/officeart/2018/2/layout/IconVerticalSolidList"/>
    <dgm:cxn modelId="{5E14E4E8-BD01-4CB3-A479-0C0082E82DC8}" type="presParOf" srcId="{BEAC1F0F-C03D-4320-9FFA-7552D20E91B9}" destId="{3D043A55-6878-4509-BF54-4F00EE50F02B}" srcOrd="2" destOrd="0" presId="urn:microsoft.com/office/officeart/2018/2/layout/IconVerticalSolidList"/>
    <dgm:cxn modelId="{4E047B2E-91C8-4612-B076-CE8BE8D5E52D}" type="presParOf" srcId="{BEAC1F0F-C03D-4320-9FFA-7552D20E91B9}" destId="{9D3BAE01-AF2C-4E05-A06A-C526DBD4DD59}" srcOrd="3" destOrd="0" presId="urn:microsoft.com/office/officeart/2018/2/layout/IconVerticalSolidList"/>
    <dgm:cxn modelId="{61FE5F15-A72C-4FC1-B760-76A672D2B29F}" type="presParOf" srcId="{12FA9A08-BD5D-4500-AD29-3E3E607B9263}" destId="{B2511F0A-E432-4457-9E8E-68A2F1E577CE}" srcOrd="1" destOrd="0" presId="urn:microsoft.com/office/officeart/2018/2/layout/IconVerticalSolidList"/>
    <dgm:cxn modelId="{776C927A-322B-4C30-A0F8-1DF2BB40ACF2}" type="presParOf" srcId="{12FA9A08-BD5D-4500-AD29-3E3E607B9263}" destId="{22B586E3-0AD6-4BD0-9E80-12523FDDE1DA}" srcOrd="2" destOrd="0" presId="urn:microsoft.com/office/officeart/2018/2/layout/IconVerticalSolidList"/>
    <dgm:cxn modelId="{7AD9A733-A3F5-45BA-BDDB-18543EF719D1}" type="presParOf" srcId="{22B586E3-0AD6-4BD0-9E80-12523FDDE1DA}" destId="{68DF91C5-B3DE-4B3D-BB0E-83862FD24F71}" srcOrd="0" destOrd="0" presId="urn:microsoft.com/office/officeart/2018/2/layout/IconVerticalSolidList"/>
    <dgm:cxn modelId="{39D3F227-3B74-4873-AA0C-CA971F1AF1C9}" type="presParOf" srcId="{22B586E3-0AD6-4BD0-9E80-12523FDDE1DA}" destId="{07ABCA12-6D2B-4D99-9D91-D89CFEAA774A}" srcOrd="1" destOrd="0" presId="urn:microsoft.com/office/officeart/2018/2/layout/IconVerticalSolidList"/>
    <dgm:cxn modelId="{437A834C-8BBD-4F0B-AB47-75E0B6B4BDDB}" type="presParOf" srcId="{22B586E3-0AD6-4BD0-9E80-12523FDDE1DA}" destId="{0B46AC2E-B0E2-49BB-A43C-B02ADCBF3FEC}" srcOrd="2" destOrd="0" presId="urn:microsoft.com/office/officeart/2018/2/layout/IconVerticalSolidList"/>
    <dgm:cxn modelId="{C6195387-4244-435E-B7E0-D49AEA3AD96E}" type="presParOf" srcId="{22B586E3-0AD6-4BD0-9E80-12523FDDE1DA}" destId="{11145408-ACC9-42A4-9CF8-139BC1918E4A}" srcOrd="3" destOrd="0" presId="urn:microsoft.com/office/officeart/2018/2/layout/IconVerticalSolidList"/>
    <dgm:cxn modelId="{88A6F135-641D-4C99-A1A2-8FF3AD4BB594}" type="presParOf" srcId="{12FA9A08-BD5D-4500-AD29-3E3E607B9263}" destId="{C5F56E6A-7E8C-455E-A388-B859ABF3DF24}" srcOrd="3" destOrd="0" presId="urn:microsoft.com/office/officeart/2018/2/layout/IconVerticalSolidList"/>
    <dgm:cxn modelId="{211EF536-B5C4-425D-9873-8D891B21F529}" type="presParOf" srcId="{12FA9A08-BD5D-4500-AD29-3E3E607B9263}" destId="{28321039-F442-495D-B9D9-A5293EA3863E}" srcOrd="4" destOrd="0" presId="urn:microsoft.com/office/officeart/2018/2/layout/IconVerticalSolidList"/>
    <dgm:cxn modelId="{977D9C93-1921-407B-AD42-0DE544DF6BA7}" type="presParOf" srcId="{28321039-F442-495D-B9D9-A5293EA3863E}" destId="{4766AB03-0E6F-4C23-B811-729871F05F2B}" srcOrd="0" destOrd="0" presId="urn:microsoft.com/office/officeart/2018/2/layout/IconVerticalSolidList"/>
    <dgm:cxn modelId="{6FC00C8A-D802-4111-9E21-95ACF6329827}" type="presParOf" srcId="{28321039-F442-495D-B9D9-A5293EA3863E}" destId="{4420D54D-E52D-451F-B697-6FE1D4618BC5}" srcOrd="1" destOrd="0" presId="urn:microsoft.com/office/officeart/2018/2/layout/IconVerticalSolidList"/>
    <dgm:cxn modelId="{EFC6104B-D81F-4FBA-A749-73E8A87418F4}" type="presParOf" srcId="{28321039-F442-495D-B9D9-A5293EA3863E}" destId="{D0D92B39-9435-4DD5-B0B0-BB6F4B39F2F3}" srcOrd="2" destOrd="0" presId="urn:microsoft.com/office/officeart/2018/2/layout/IconVerticalSolidList"/>
    <dgm:cxn modelId="{3CF70E43-43E3-4E21-87EA-346A8DF39824}" type="presParOf" srcId="{28321039-F442-495D-B9D9-A5293EA3863E}" destId="{FCE97F4E-277F-4716-BBC0-6B9B226ABC66}" srcOrd="3" destOrd="0" presId="urn:microsoft.com/office/officeart/2018/2/layout/IconVerticalSolidList"/>
    <dgm:cxn modelId="{3AE302FC-601E-40AE-8E24-292CC7178A81}" type="presParOf" srcId="{12FA9A08-BD5D-4500-AD29-3E3E607B9263}" destId="{4744B1B5-31DC-46D9-8C66-9E40836AE062}" srcOrd="5" destOrd="0" presId="urn:microsoft.com/office/officeart/2018/2/layout/IconVerticalSolidList"/>
    <dgm:cxn modelId="{4575B969-6BF4-48DC-8184-8B833C5CC3F3}" type="presParOf" srcId="{12FA9A08-BD5D-4500-AD29-3E3E607B9263}" destId="{1BAB41AF-89F3-47D3-BA5A-1A76D25798AF}" srcOrd="6" destOrd="0" presId="urn:microsoft.com/office/officeart/2018/2/layout/IconVerticalSolidList"/>
    <dgm:cxn modelId="{FB0895D8-6B9B-4451-A4E8-FFB8468DD121}" type="presParOf" srcId="{1BAB41AF-89F3-47D3-BA5A-1A76D25798AF}" destId="{0A2C1059-ACF6-40FD-9876-ECC6E69F48E3}" srcOrd="0" destOrd="0" presId="urn:microsoft.com/office/officeart/2018/2/layout/IconVerticalSolidList"/>
    <dgm:cxn modelId="{1139352E-6596-4D71-8D93-96878E929783}" type="presParOf" srcId="{1BAB41AF-89F3-47D3-BA5A-1A76D25798AF}" destId="{EBDD2797-0C0D-4022-9CF7-A1160FD279B4}" srcOrd="1" destOrd="0" presId="urn:microsoft.com/office/officeart/2018/2/layout/IconVerticalSolidList"/>
    <dgm:cxn modelId="{C23F672B-EA25-40E0-B4C0-375356CDE364}" type="presParOf" srcId="{1BAB41AF-89F3-47D3-BA5A-1A76D25798AF}" destId="{C643291E-5EDE-4250-978B-89581D9F1620}" srcOrd="2" destOrd="0" presId="urn:microsoft.com/office/officeart/2018/2/layout/IconVerticalSolidList"/>
    <dgm:cxn modelId="{EC103838-08AA-4648-9617-9B615DF9540A}" type="presParOf" srcId="{1BAB41AF-89F3-47D3-BA5A-1A76D25798AF}" destId="{010D0F0D-7388-4E75-BC28-6DC1D14B62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3624FD-1794-46F6-8142-E70D557930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BBDC7F-8583-45D5-A73E-25A606FAF902}">
      <dgm:prSet custT="1"/>
      <dgm:spPr/>
      <dgm:t>
        <a:bodyPr/>
        <a:lstStyle/>
        <a:p>
          <a:r>
            <a:rPr lang="en-US" sz="2000" dirty="0"/>
            <a:t>Smart home energy monitoring</a:t>
          </a:r>
        </a:p>
      </dgm:t>
    </dgm:pt>
    <dgm:pt modelId="{8B75A8B6-ECBD-4968-A770-3767712EC896}" type="parTrans" cxnId="{716143AE-42FA-4D13-9E15-83180365C3F7}">
      <dgm:prSet/>
      <dgm:spPr/>
      <dgm:t>
        <a:bodyPr/>
        <a:lstStyle/>
        <a:p>
          <a:endParaRPr lang="en-US" sz="2000"/>
        </a:p>
      </dgm:t>
    </dgm:pt>
    <dgm:pt modelId="{64A0A242-A5F4-4664-B878-0D321D976A4E}" type="sibTrans" cxnId="{716143AE-42FA-4D13-9E15-83180365C3F7}">
      <dgm:prSet/>
      <dgm:spPr/>
      <dgm:t>
        <a:bodyPr/>
        <a:lstStyle/>
        <a:p>
          <a:endParaRPr lang="en-US" sz="2000"/>
        </a:p>
      </dgm:t>
    </dgm:pt>
    <dgm:pt modelId="{0C057434-D124-4005-B657-A091F48AFF44}">
      <dgm:prSet custT="1"/>
      <dgm:spPr/>
      <dgm:t>
        <a:bodyPr/>
        <a:lstStyle/>
        <a:p>
          <a:r>
            <a:rPr lang="en-US" sz="2000"/>
            <a:t>Industrial power tracking</a:t>
          </a:r>
        </a:p>
      </dgm:t>
    </dgm:pt>
    <dgm:pt modelId="{93E1F624-466E-4E82-B28D-40FCB828F31D}" type="parTrans" cxnId="{8C7A0344-8902-4B0B-B10D-25221F6C9B09}">
      <dgm:prSet/>
      <dgm:spPr/>
      <dgm:t>
        <a:bodyPr/>
        <a:lstStyle/>
        <a:p>
          <a:endParaRPr lang="en-US" sz="2000"/>
        </a:p>
      </dgm:t>
    </dgm:pt>
    <dgm:pt modelId="{7ABF7DFD-9DDE-4714-A842-62556FBE78CE}" type="sibTrans" cxnId="{8C7A0344-8902-4B0B-B10D-25221F6C9B09}">
      <dgm:prSet/>
      <dgm:spPr/>
      <dgm:t>
        <a:bodyPr/>
        <a:lstStyle/>
        <a:p>
          <a:endParaRPr lang="en-US" sz="2000"/>
        </a:p>
      </dgm:t>
    </dgm:pt>
    <dgm:pt modelId="{BAFFF3AF-90F5-4F58-8E17-33021413BF95}">
      <dgm:prSet custT="1"/>
      <dgm:spPr/>
      <dgm:t>
        <a:bodyPr/>
        <a:lstStyle/>
        <a:p>
          <a:r>
            <a:rPr lang="en-US" sz="2000"/>
            <a:t>Utility metering systems</a:t>
          </a:r>
        </a:p>
      </dgm:t>
    </dgm:pt>
    <dgm:pt modelId="{B4680F51-0709-404C-8590-F39E45DBA652}" type="parTrans" cxnId="{134A2A55-B059-4CE9-A086-FD39E7F5A312}">
      <dgm:prSet/>
      <dgm:spPr/>
      <dgm:t>
        <a:bodyPr/>
        <a:lstStyle/>
        <a:p>
          <a:endParaRPr lang="en-US" sz="2000"/>
        </a:p>
      </dgm:t>
    </dgm:pt>
    <dgm:pt modelId="{6AB02E1B-180D-47FB-A574-0B4E24D95897}" type="sibTrans" cxnId="{134A2A55-B059-4CE9-A086-FD39E7F5A312}">
      <dgm:prSet/>
      <dgm:spPr/>
      <dgm:t>
        <a:bodyPr/>
        <a:lstStyle/>
        <a:p>
          <a:endParaRPr lang="en-US" sz="2000"/>
        </a:p>
      </dgm:t>
    </dgm:pt>
    <dgm:pt modelId="{9D4C9EC4-76E5-4B38-BECE-1CD15339073D}">
      <dgm:prSet custT="1"/>
      <dgm:spPr/>
      <dgm:t>
        <a:bodyPr/>
        <a:lstStyle/>
        <a:p>
          <a:r>
            <a:rPr lang="en-US" sz="2000"/>
            <a:t>Energy conservation awareness</a:t>
          </a:r>
        </a:p>
      </dgm:t>
    </dgm:pt>
    <dgm:pt modelId="{248E40D8-3321-48D9-AE60-E528FDAB9A30}" type="parTrans" cxnId="{8A7B2107-EAF7-4D7A-838C-310785EF6B8F}">
      <dgm:prSet/>
      <dgm:spPr/>
      <dgm:t>
        <a:bodyPr/>
        <a:lstStyle/>
        <a:p>
          <a:endParaRPr lang="en-US" sz="2000"/>
        </a:p>
      </dgm:t>
    </dgm:pt>
    <dgm:pt modelId="{653C4764-2D35-4CF8-8D83-FD125B94BCAA}" type="sibTrans" cxnId="{8A7B2107-EAF7-4D7A-838C-310785EF6B8F}">
      <dgm:prSet/>
      <dgm:spPr/>
      <dgm:t>
        <a:bodyPr/>
        <a:lstStyle/>
        <a:p>
          <a:endParaRPr lang="en-US" sz="2000"/>
        </a:p>
      </dgm:t>
    </dgm:pt>
    <dgm:pt modelId="{97D44586-E0E4-445D-82C1-3B17D05E1CD6}">
      <dgm:prSet custT="1"/>
      <dgm:spPr/>
      <dgm:t>
        <a:bodyPr/>
        <a:lstStyle/>
        <a:p>
          <a:r>
            <a:rPr lang="en-US" sz="2000"/>
            <a:t>Reduced energy wastage</a:t>
          </a:r>
        </a:p>
      </dgm:t>
    </dgm:pt>
    <dgm:pt modelId="{7A2CF3E7-77D4-411C-8D6D-C79CD9581771}" type="parTrans" cxnId="{3E59F8D5-6A3F-4361-8C54-BF8396FC7D0D}">
      <dgm:prSet/>
      <dgm:spPr/>
      <dgm:t>
        <a:bodyPr/>
        <a:lstStyle/>
        <a:p>
          <a:endParaRPr lang="en-US" sz="2000"/>
        </a:p>
      </dgm:t>
    </dgm:pt>
    <dgm:pt modelId="{980F92B3-CEC7-4384-B34B-6888D5DC7D91}" type="sibTrans" cxnId="{3E59F8D5-6A3F-4361-8C54-BF8396FC7D0D}">
      <dgm:prSet/>
      <dgm:spPr/>
      <dgm:t>
        <a:bodyPr/>
        <a:lstStyle/>
        <a:p>
          <a:endParaRPr lang="en-US" sz="2000"/>
        </a:p>
      </dgm:t>
    </dgm:pt>
    <dgm:pt modelId="{268ECC2D-C251-49E2-A553-DF47E0871DDE}">
      <dgm:prSet custT="1"/>
      <dgm:spPr/>
      <dgm:t>
        <a:bodyPr/>
        <a:lstStyle/>
        <a:p>
          <a:r>
            <a:rPr lang="en-US" sz="2000"/>
            <a:t>Better consumption analysis</a:t>
          </a:r>
        </a:p>
      </dgm:t>
    </dgm:pt>
    <dgm:pt modelId="{884A6405-F41B-4514-9C26-2B883247754F}" type="parTrans" cxnId="{2E0BA6BE-083F-4B47-BD89-B5514A6F980E}">
      <dgm:prSet/>
      <dgm:spPr/>
      <dgm:t>
        <a:bodyPr/>
        <a:lstStyle/>
        <a:p>
          <a:endParaRPr lang="en-US" sz="2000"/>
        </a:p>
      </dgm:t>
    </dgm:pt>
    <dgm:pt modelId="{991D21EC-0003-4B9F-9FFF-765256E5A5F8}" type="sibTrans" cxnId="{2E0BA6BE-083F-4B47-BD89-B5514A6F980E}">
      <dgm:prSet/>
      <dgm:spPr/>
      <dgm:t>
        <a:bodyPr/>
        <a:lstStyle/>
        <a:p>
          <a:endParaRPr lang="en-US" sz="2000"/>
        </a:p>
      </dgm:t>
    </dgm:pt>
    <dgm:pt modelId="{BAB3960E-3412-4D5C-8B7F-4B02E6782499}">
      <dgm:prSet custT="1"/>
      <dgm:spPr/>
      <dgm:t>
        <a:bodyPr/>
        <a:lstStyle/>
        <a:p>
          <a:r>
            <a:rPr lang="en-US" sz="2000"/>
            <a:t>Cost-effective monitoring solution</a:t>
          </a:r>
        </a:p>
      </dgm:t>
    </dgm:pt>
    <dgm:pt modelId="{0927A612-9599-4241-B958-3526E5C6A6A3}" type="parTrans" cxnId="{873FB750-0134-41F4-9C63-FCE790F409BD}">
      <dgm:prSet/>
      <dgm:spPr/>
      <dgm:t>
        <a:bodyPr/>
        <a:lstStyle/>
        <a:p>
          <a:endParaRPr lang="en-US" sz="2000"/>
        </a:p>
      </dgm:t>
    </dgm:pt>
    <dgm:pt modelId="{0F4D5463-1E58-4DBE-B9C9-695BB0B79839}" type="sibTrans" cxnId="{873FB750-0134-41F4-9C63-FCE790F409BD}">
      <dgm:prSet/>
      <dgm:spPr/>
      <dgm:t>
        <a:bodyPr/>
        <a:lstStyle/>
        <a:p>
          <a:endParaRPr lang="en-US" sz="2000"/>
        </a:p>
      </dgm:t>
    </dgm:pt>
    <dgm:pt modelId="{158D86E3-91B3-4A9E-9A66-73812C028B7A}" type="pres">
      <dgm:prSet presAssocID="{493624FD-1794-46F6-8142-E70D557930FB}" presName="root" presStyleCnt="0">
        <dgm:presLayoutVars>
          <dgm:dir/>
          <dgm:resizeHandles val="exact"/>
        </dgm:presLayoutVars>
      </dgm:prSet>
      <dgm:spPr/>
    </dgm:pt>
    <dgm:pt modelId="{58A89752-6085-468F-9AEE-A581720CD260}" type="pres">
      <dgm:prSet presAssocID="{E1BBDC7F-8583-45D5-A73E-25A606FAF902}" presName="compNode" presStyleCnt="0"/>
      <dgm:spPr/>
    </dgm:pt>
    <dgm:pt modelId="{017EEAD9-9D48-44DE-8088-5ED91444F9B6}" type="pres">
      <dgm:prSet presAssocID="{E1BBDC7F-8583-45D5-A73E-25A606FAF902}" presName="bgRect" presStyleLbl="bgShp" presStyleIdx="0" presStyleCnt="7"/>
      <dgm:spPr/>
    </dgm:pt>
    <dgm:pt modelId="{9F577AE5-B975-4D0B-A246-BED92C22DA03}" type="pres">
      <dgm:prSet presAssocID="{E1BBDC7F-8583-45D5-A73E-25A606FAF90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0950800D-27D0-40D3-BA2F-5546607622B3}" type="pres">
      <dgm:prSet presAssocID="{E1BBDC7F-8583-45D5-A73E-25A606FAF902}" presName="spaceRect" presStyleCnt="0"/>
      <dgm:spPr/>
    </dgm:pt>
    <dgm:pt modelId="{94C1FC4A-5EF3-4668-B154-32E42537F3C9}" type="pres">
      <dgm:prSet presAssocID="{E1BBDC7F-8583-45D5-A73E-25A606FAF902}" presName="parTx" presStyleLbl="revTx" presStyleIdx="0" presStyleCnt="7">
        <dgm:presLayoutVars>
          <dgm:chMax val="0"/>
          <dgm:chPref val="0"/>
        </dgm:presLayoutVars>
      </dgm:prSet>
      <dgm:spPr/>
    </dgm:pt>
    <dgm:pt modelId="{7CA401E5-3DE3-4992-9E06-916FA7601DDB}" type="pres">
      <dgm:prSet presAssocID="{64A0A242-A5F4-4664-B878-0D321D976A4E}" presName="sibTrans" presStyleCnt="0"/>
      <dgm:spPr/>
    </dgm:pt>
    <dgm:pt modelId="{E4963220-5F89-4056-9251-C88DBBE87FE8}" type="pres">
      <dgm:prSet presAssocID="{0C057434-D124-4005-B657-A091F48AFF44}" presName="compNode" presStyleCnt="0"/>
      <dgm:spPr/>
    </dgm:pt>
    <dgm:pt modelId="{1A89247B-2266-46FB-BE61-18C949B79037}" type="pres">
      <dgm:prSet presAssocID="{0C057434-D124-4005-B657-A091F48AFF44}" presName="bgRect" presStyleLbl="bgShp" presStyleIdx="1" presStyleCnt="7"/>
      <dgm:spPr/>
    </dgm:pt>
    <dgm:pt modelId="{45D8881F-99A5-4F7F-87B1-66AE23A28AF4}" type="pres">
      <dgm:prSet presAssocID="{0C057434-D124-4005-B657-A091F48AFF4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BC5AA91A-ADCD-4034-A71E-7905D265FCFF}" type="pres">
      <dgm:prSet presAssocID="{0C057434-D124-4005-B657-A091F48AFF44}" presName="spaceRect" presStyleCnt="0"/>
      <dgm:spPr/>
    </dgm:pt>
    <dgm:pt modelId="{6D51B5C4-B47F-4111-AFB3-77EC364541A1}" type="pres">
      <dgm:prSet presAssocID="{0C057434-D124-4005-B657-A091F48AFF44}" presName="parTx" presStyleLbl="revTx" presStyleIdx="1" presStyleCnt="7">
        <dgm:presLayoutVars>
          <dgm:chMax val="0"/>
          <dgm:chPref val="0"/>
        </dgm:presLayoutVars>
      </dgm:prSet>
      <dgm:spPr/>
    </dgm:pt>
    <dgm:pt modelId="{C5B33C25-F00B-4DEA-AE53-BFE717EFC6BE}" type="pres">
      <dgm:prSet presAssocID="{7ABF7DFD-9DDE-4714-A842-62556FBE78CE}" presName="sibTrans" presStyleCnt="0"/>
      <dgm:spPr/>
    </dgm:pt>
    <dgm:pt modelId="{2DD4D766-8417-4FFC-B59D-5918BCFD794B}" type="pres">
      <dgm:prSet presAssocID="{BAFFF3AF-90F5-4F58-8E17-33021413BF95}" presName="compNode" presStyleCnt="0"/>
      <dgm:spPr/>
    </dgm:pt>
    <dgm:pt modelId="{4C13165C-C0CC-4889-BF8A-33C0AD5A13FA}" type="pres">
      <dgm:prSet presAssocID="{BAFFF3AF-90F5-4F58-8E17-33021413BF95}" presName="bgRect" presStyleLbl="bgShp" presStyleIdx="2" presStyleCnt="7"/>
      <dgm:spPr/>
    </dgm:pt>
    <dgm:pt modelId="{B8C697BE-CF39-471F-9B4B-EE4C8FFE25F4}" type="pres">
      <dgm:prSet presAssocID="{BAFFF3AF-90F5-4F58-8E17-33021413BF9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4731CD8-C222-4EE5-9D50-9FCE3613BBB7}" type="pres">
      <dgm:prSet presAssocID="{BAFFF3AF-90F5-4F58-8E17-33021413BF95}" presName="spaceRect" presStyleCnt="0"/>
      <dgm:spPr/>
    </dgm:pt>
    <dgm:pt modelId="{1CFB27DF-A733-4562-BC9B-B6E9EEB51608}" type="pres">
      <dgm:prSet presAssocID="{BAFFF3AF-90F5-4F58-8E17-33021413BF95}" presName="parTx" presStyleLbl="revTx" presStyleIdx="2" presStyleCnt="7">
        <dgm:presLayoutVars>
          <dgm:chMax val="0"/>
          <dgm:chPref val="0"/>
        </dgm:presLayoutVars>
      </dgm:prSet>
      <dgm:spPr/>
    </dgm:pt>
    <dgm:pt modelId="{59A15698-BB50-42CD-9B14-8C625ADAD41D}" type="pres">
      <dgm:prSet presAssocID="{6AB02E1B-180D-47FB-A574-0B4E24D95897}" presName="sibTrans" presStyleCnt="0"/>
      <dgm:spPr/>
    </dgm:pt>
    <dgm:pt modelId="{773B72CA-28D1-4211-B44A-09840ED46EF2}" type="pres">
      <dgm:prSet presAssocID="{9D4C9EC4-76E5-4B38-BECE-1CD15339073D}" presName="compNode" presStyleCnt="0"/>
      <dgm:spPr/>
    </dgm:pt>
    <dgm:pt modelId="{34822570-E2FC-462E-8B40-8CF93EF707FB}" type="pres">
      <dgm:prSet presAssocID="{9D4C9EC4-76E5-4B38-BECE-1CD15339073D}" presName="bgRect" presStyleLbl="bgShp" presStyleIdx="3" presStyleCnt="7"/>
      <dgm:spPr/>
    </dgm:pt>
    <dgm:pt modelId="{A31A89F9-357F-4337-98C6-1062418FDA31}" type="pres">
      <dgm:prSet presAssocID="{9D4C9EC4-76E5-4B38-BECE-1CD15339073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F0549F4-4FD0-440B-BADB-418C1CD3DC1B}" type="pres">
      <dgm:prSet presAssocID="{9D4C9EC4-76E5-4B38-BECE-1CD15339073D}" presName="spaceRect" presStyleCnt="0"/>
      <dgm:spPr/>
    </dgm:pt>
    <dgm:pt modelId="{C306BB40-DC1F-4F16-8B96-DF05C6814DF8}" type="pres">
      <dgm:prSet presAssocID="{9D4C9EC4-76E5-4B38-BECE-1CD15339073D}" presName="parTx" presStyleLbl="revTx" presStyleIdx="3" presStyleCnt="7">
        <dgm:presLayoutVars>
          <dgm:chMax val="0"/>
          <dgm:chPref val="0"/>
        </dgm:presLayoutVars>
      </dgm:prSet>
      <dgm:spPr/>
    </dgm:pt>
    <dgm:pt modelId="{6D788BAC-3BE1-48A6-B545-79D48F63CADE}" type="pres">
      <dgm:prSet presAssocID="{653C4764-2D35-4CF8-8D83-FD125B94BCAA}" presName="sibTrans" presStyleCnt="0"/>
      <dgm:spPr/>
    </dgm:pt>
    <dgm:pt modelId="{6AC046AE-B812-42D4-BF44-083BF8230A7A}" type="pres">
      <dgm:prSet presAssocID="{97D44586-E0E4-445D-82C1-3B17D05E1CD6}" presName="compNode" presStyleCnt="0"/>
      <dgm:spPr/>
    </dgm:pt>
    <dgm:pt modelId="{9558B28F-9DB6-4A7C-A610-F007AE2D3AB9}" type="pres">
      <dgm:prSet presAssocID="{97D44586-E0E4-445D-82C1-3B17D05E1CD6}" presName="bgRect" presStyleLbl="bgShp" presStyleIdx="4" presStyleCnt="7"/>
      <dgm:spPr/>
    </dgm:pt>
    <dgm:pt modelId="{F1D448F4-87A0-4EDE-976A-E2146ED789F6}" type="pres">
      <dgm:prSet presAssocID="{97D44586-E0E4-445D-82C1-3B17D05E1CD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877BD148-633D-4421-9EB8-6254CE50F4DF}" type="pres">
      <dgm:prSet presAssocID="{97D44586-E0E4-445D-82C1-3B17D05E1CD6}" presName="spaceRect" presStyleCnt="0"/>
      <dgm:spPr/>
    </dgm:pt>
    <dgm:pt modelId="{ADBE55D1-F357-46A6-AF21-546817E49187}" type="pres">
      <dgm:prSet presAssocID="{97D44586-E0E4-445D-82C1-3B17D05E1CD6}" presName="parTx" presStyleLbl="revTx" presStyleIdx="4" presStyleCnt="7">
        <dgm:presLayoutVars>
          <dgm:chMax val="0"/>
          <dgm:chPref val="0"/>
        </dgm:presLayoutVars>
      </dgm:prSet>
      <dgm:spPr/>
    </dgm:pt>
    <dgm:pt modelId="{08439302-0C6F-4EE6-BA3F-8124BA096E0D}" type="pres">
      <dgm:prSet presAssocID="{980F92B3-CEC7-4384-B34B-6888D5DC7D91}" presName="sibTrans" presStyleCnt="0"/>
      <dgm:spPr/>
    </dgm:pt>
    <dgm:pt modelId="{A64F8918-F2B4-48BB-9D4C-C4DBE8E66B54}" type="pres">
      <dgm:prSet presAssocID="{268ECC2D-C251-49E2-A553-DF47E0871DDE}" presName="compNode" presStyleCnt="0"/>
      <dgm:spPr/>
    </dgm:pt>
    <dgm:pt modelId="{1FE2B2C9-B3EA-4814-A0B7-6C7A04912941}" type="pres">
      <dgm:prSet presAssocID="{268ECC2D-C251-49E2-A553-DF47E0871DDE}" presName="bgRect" presStyleLbl="bgShp" presStyleIdx="5" presStyleCnt="7"/>
      <dgm:spPr/>
    </dgm:pt>
    <dgm:pt modelId="{B0339EB1-1BB9-4C0B-9B3F-CA8ECEA3A2D9}" type="pres">
      <dgm:prSet presAssocID="{268ECC2D-C251-49E2-A553-DF47E0871DD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4701C53-2F4E-4B29-B446-A11490349510}" type="pres">
      <dgm:prSet presAssocID="{268ECC2D-C251-49E2-A553-DF47E0871DDE}" presName="spaceRect" presStyleCnt="0"/>
      <dgm:spPr/>
    </dgm:pt>
    <dgm:pt modelId="{EE73D579-3E1E-42E0-A899-165D208353F2}" type="pres">
      <dgm:prSet presAssocID="{268ECC2D-C251-49E2-A553-DF47E0871DDE}" presName="parTx" presStyleLbl="revTx" presStyleIdx="5" presStyleCnt="7">
        <dgm:presLayoutVars>
          <dgm:chMax val="0"/>
          <dgm:chPref val="0"/>
        </dgm:presLayoutVars>
      </dgm:prSet>
      <dgm:spPr/>
    </dgm:pt>
    <dgm:pt modelId="{C17BE083-67F9-4EDD-8B8C-EF1FEAD30FF9}" type="pres">
      <dgm:prSet presAssocID="{991D21EC-0003-4B9F-9FFF-765256E5A5F8}" presName="sibTrans" presStyleCnt="0"/>
      <dgm:spPr/>
    </dgm:pt>
    <dgm:pt modelId="{F3EBA99D-0420-4A87-BD5E-CC9E5356E795}" type="pres">
      <dgm:prSet presAssocID="{BAB3960E-3412-4D5C-8B7F-4B02E6782499}" presName="compNode" presStyleCnt="0"/>
      <dgm:spPr/>
    </dgm:pt>
    <dgm:pt modelId="{11AA55D7-12CD-4743-9629-CDDEF3DD2E5F}" type="pres">
      <dgm:prSet presAssocID="{BAB3960E-3412-4D5C-8B7F-4B02E6782499}" presName="bgRect" presStyleLbl="bgShp" presStyleIdx="6" presStyleCnt="7"/>
      <dgm:spPr/>
    </dgm:pt>
    <dgm:pt modelId="{EA4B21C0-F850-49CF-9027-99381091B9B1}" type="pres">
      <dgm:prSet presAssocID="{BAB3960E-3412-4D5C-8B7F-4B02E678249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8DD719C-49F3-4312-80EA-FEEEEB8C5A22}" type="pres">
      <dgm:prSet presAssocID="{BAB3960E-3412-4D5C-8B7F-4B02E6782499}" presName="spaceRect" presStyleCnt="0"/>
      <dgm:spPr/>
    </dgm:pt>
    <dgm:pt modelId="{899EFBB4-DB63-4DC4-8F1E-AB96C4FD8C7B}" type="pres">
      <dgm:prSet presAssocID="{BAB3960E-3412-4D5C-8B7F-4B02E678249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A7B2107-EAF7-4D7A-838C-310785EF6B8F}" srcId="{493624FD-1794-46F6-8142-E70D557930FB}" destId="{9D4C9EC4-76E5-4B38-BECE-1CD15339073D}" srcOrd="3" destOrd="0" parTransId="{248E40D8-3321-48D9-AE60-E528FDAB9A30}" sibTransId="{653C4764-2D35-4CF8-8D83-FD125B94BCAA}"/>
    <dgm:cxn modelId="{C0F0C516-7DD4-4284-99E4-BBB0CEB64FEE}" type="presOf" srcId="{268ECC2D-C251-49E2-A553-DF47E0871DDE}" destId="{EE73D579-3E1E-42E0-A899-165D208353F2}" srcOrd="0" destOrd="0" presId="urn:microsoft.com/office/officeart/2018/2/layout/IconVerticalSolidList"/>
    <dgm:cxn modelId="{E91EA928-C385-47EB-9D4F-3B778D576073}" type="presOf" srcId="{0C057434-D124-4005-B657-A091F48AFF44}" destId="{6D51B5C4-B47F-4111-AFB3-77EC364541A1}" srcOrd="0" destOrd="0" presId="urn:microsoft.com/office/officeart/2018/2/layout/IconVerticalSolidList"/>
    <dgm:cxn modelId="{EC1EB831-2BEA-4ECC-8D6E-13FB6A36B41E}" type="presOf" srcId="{E1BBDC7F-8583-45D5-A73E-25A606FAF902}" destId="{94C1FC4A-5EF3-4668-B154-32E42537F3C9}" srcOrd="0" destOrd="0" presId="urn:microsoft.com/office/officeart/2018/2/layout/IconVerticalSolidList"/>
    <dgm:cxn modelId="{CE7CA440-B817-4941-A8F5-B76563B9F9D3}" type="presOf" srcId="{BAB3960E-3412-4D5C-8B7F-4B02E6782499}" destId="{899EFBB4-DB63-4DC4-8F1E-AB96C4FD8C7B}" srcOrd="0" destOrd="0" presId="urn:microsoft.com/office/officeart/2018/2/layout/IconVerticalSolidList"/>
    <dgm:cxn modelId="{8C7A0344-8902-4B0B-B10D-25221F6C9B09}" srcId="{493624FD-1794-46F6-8142-E70D557930FB}" destId="{0C057434-D124-4005-B657-A091F48AFF44}" srcOrd="1" destOrd="0" parTransId="{93E1F624-466E-4E82-B28D-40FCB828F31D}" sibTransId="{7ABF7DFD-9DDE-4714-A842-62556FBE78CE}"/>
    <dgm:cxn modelId="{873FB750-0134-41F4-9C63-FCE790F409BD}" srcId="{493624FD-1794-46F6-8142-E70D557930FB}" destId="{BAB3960E-3412-4D5C-8B7F-4B02E6782499}" srcOrd="6" destOrd="0" parTransId="{0927A612-9599-4241-B958-3526E5C6A6A3}" sibTransId="{0F4D5463-1E58-4DBE-B9C9-695BB0B79839}"/>
    <dgm:cxn modelId="{DEA41E74-C43A-42E9-84C5-2CA18B7FC5F6}" type="presOf" srcId="{97D44586-E0E4-445D-82C1-3B17D05E1CD6}" destId="{ADBE55D1-F357-46A6-AF21-546817E49187}" srcOrd="0" destOrd="0" presId="urn:microsoft.com/office/officeart/2018/2/layout/IconVerticalSolidList"/>
    <dgm:cxn modelId="{A85B0B55-50B8-4A16-8D8A-B5535179A1B2}" type="presOf" srcId="{BAFFF3AF-90F5-4F58-8E17-33021413BF95}" destId="{1CFB27DF-A733-4562-BC9B-B6E9EEB51608}" srcOrd="0" destOrd="0" presId="urn:microsoft.com/office/officeart/2018/2/layout/IconVerticalSolidList"/>
    <dgm:cxn modelId="{134A2A55-B059-4CE9-A086-FD39E7F5A312}" srcId="{493624FD-1794-46F6-8142-E70D557930FB}" destId="{BAFFF3AF-90F5-4F58-8E17-33021413BF95}" srcOrd="2" destOrd="0" parTransId="{B4680F51-0709-404C-8590-F39E45DBA652}" sibTransId="{6AB02E1B-180D-47FB-A574-0B4E24D95897}"/>
    <dgm:cxn modelId="{BB0AA77C-A5F0-4045-A3A9-AB3DCC37F4DF}" type="presOf" srcId="{493624FD-1794-46F6-8142-E70D557930FB}" destId="{158D86E3-91B3-4A9E-9A66-73812C028B7A}" srcOrd="0" destOrd="0" presId="urn:microsoft.com/office/officeart/2018/2/layout/IconVerticalSolidList"/>
    <dgm:cxn modelId="{716143AE-42FA-4D13-9E15-83180365C3F7}" srcId="{493624FD-1794-46F6-8142-E70D557930FB}" destId="{E1BBDC7F-8583-45D5-A73E-25A606FAF902}" srcOrd="0" destOrd="0" parTransId="{8B75A8B6-ECBD-4968-A770-3767712EC896}" sibTransId="{64A0A242-A5F4-4664-B878-0D321D976A4E}"/>
    <dgm:cxn modelId="{2E0BA6BE-083F-4B47-BD89-B5514A6F980E}" srcId="{493624FD-1794-46F6-8142-E70D557930FB}" destId="{268ECC2D-C251-49E2-A553-DF47E0871DDE}" srcOrd="5" destOrd="0" parTransId="{884A6405-F41B-4514-9C26-2B883247754F}" sibTransId="{991D21EC-0003-4B9F-9FFF-765256E5A5F8}"/>
    <dgm:cxn modelId="{3E59F8D5-6A3F-4361-8C54-BF8396FC7D0D}" srcId="{493624FD-1794-46F6-8142-E70D557930FB}" destId="{97D44586-E0E4-445D-82C1-3B17D05E1CD6}" srcOrd="4" destOrd="0" parTransId="{7A2CF3E7-77D4-411C-8D6D-C79CD9581771}" sibTransId="{980F92B3-CEC7-4384-B34B-6888D5DC7D91}"/>
    <dgm:cxn modelId="{84533DEC-808B-4078-83FA-5FC5B13E9B84}" type="presOf" srcId="{9D4C9EC4-76E5-4B38-BECE-1CD15339073D}" destId="{C306BB40-DC1F-4F16-8B96-DF05C6814DF8}" srcOrd="0" destOrd="0" presId="urn:microsoft.com/office/officeart/2018/2/layout/IconVerticalSolidList"/>
    <dgm:cxn modelId="{7FB53E61-72B9-4785-AD7F-22812097FB34}" type="presParOf" srcId="{158D86E3-91B3-4A9E-9A66-73812C028B7A}" destId="{58A89752-6085-468F-9AEE-A581720CD260}" srcOrd="0" destOrd="0" presId="urn:microsoft.com/office/officeart/2018/2/layout/IconVerticalSolidList"/>
    <dgm:cxn modelId="{8ACBC6C5-C61A-4304-B4E6-BD9DB722A6DA}" type="presParOf" srcId="{58A89752-6085-468F-9AEE-A581720CD260}" destId="{017EEAD9-9D48-44DE-8088-5ED91444F9B6}" srcOrd="0" destOrd="0" presId="urn:microsoft.com/office/officeart/2018/2/layout/IconVerticalSolidList"/>
    <dgm:cxn modelId="{82A48DAB-7B4B-4407-99DD-427449E84C3E}" type="presParOf" srcId="{58A89752-6085-468F-9AEE-A581720CD260}" destId="{9F577AE5-B975-4D0B-A246-BED92C22DA03}" srcOrd="1" destOrd="0" presId="urn:microsoft.com/office/officeart/2018/2/layout/IconVerticalSolidList"/>
    <dgm:cxn modelId="{8B6EA96C-A116-44A2-A501-EDE843E44252}" type="presParOf" srcId="{58A89752-6085-468F-9AEE-A581720CD260}" destId="{0950800D-27D0-40D3-BA2F-5546607622B3}" srcOrd="2" destOrd="0" presId="urn:microsoft.com/office/officeart/2018/2/layout/IconVerticalSolidList"/>
    <dgm:cxn modelId="{A225AE81-64D1-4B73-8C3A-80CAFF08A46D}" type="presParOf" srcId="{58A89752-6085-468F-9AEE-A581720CD260}" destId="{94C1FC4A-5EF3-4668-B154-32E42537F3C9}" srcOrd="3" destOrd="0" presId="urn:microsoft.com/office/officeart/2018/2/layout/IconVerticalSolidList"/>
    <dgm:cxn modelId="{D3AE8031-6D2A-4C91-92C8-E7431049C94D}" type="presParOf" srcId="{158D86E3-91B3-4A9E-9A66-73812C028B7A}" destId="{7CA401E5-3DE3-4992-9E06-916FA7601DDB}" srcOrd="1" destOrd="0" presId="urn:microsoft.com/office/officeart/2018/2/layout/IconVerticalSolidList"/>
    <dgm:cxn modelId="{BB7EE76A-1956-43FF-8B6B-88CA51178839}" type="presParOf" srcId="{158D86E3-91B3-4A9E-9A66-73812C028B7A}" destId="{E4963220-5F89-4056-9251-C88DBBE87FE8}" srcOrd="2" destOrd="0" presId="urn:microsoft.com/office/officeart/2018/2/layout/IconVerticalSolidList"/>
    <dgm:cxn modelId="{874AC000-EEA1-45F5-A96C-6AF04FC8DE9C}" type="presParOf" srcId="{E4963220-5F89-4056-9251-C88DBBE87FE8}" destId="{1A89247B-2266-46FB-BE61-18C949B79037}" srcOrd="0" destOrd="0" presId="urn:microsoft.com/office/officeart/2018/2/layout/IconVerticalSolidList"/>
    <dgm:cxn modelId="{9BA635C8-C2C4-44E1-A915-51E1C24CCA89}" type="presParOf" srcId="{E4963220-5F89-4056-9251-C88DBBE87FE8}" destId="{45D8881F-99A5-4F7F-87B1-66AE23A28AF4}" srcOrd="1" destOrd="0" presId="urn:microsoft.com/office/officeart/2018/2/layout/IconVerticalSolidList"/>
    <dgm:cxn modelId="{D0ABF982-E23B-40A8-A1E3-0C23E52707D3}" type="presParOf" srcId="{E4963220-5F89-4056-9251-C88DBBE87FE8}" destId="{BC5AA91A-ADCD-4034-A71E-7905D265FCFF}" srcOrd="2" destOrd="0" presId="urn:microsoft.com/office/officeart/2018/2/layout/IconVerticalSolidList"/>
    <dgm:cxn modelId="{538D7A61-8F73-4CD6-B779-7D9F3A371995}" type="presParOf" srcId="{E4963220-5F89-4056-9251-C88DBBE87FE8}" destId="{6D51B5C4-B47F-4111-AFB3-77EC364541A1}" srcOrd="3" destOrd="0" presId="urn:microsoft.com/office/officeart/2018/2/layout/IconVerticalSolidList"/>
    <dgm:cxn modelId="{B3266EB7-8431-4A89-A535-B166407FEF38}" type="presParOf" srcId="{158D86E3-91B3-4A9E-9A66-73812C028B7A}" destId="{C5B33C25-F00B-4DEA-AE53-BFE717EFC6BE}" srcOrd="3" destOrd="0" presId="urn:microsoft.com/office/officeart/2018/2/layout/IconVerticalSolidList"/>
    <dgm:cxn modelId="{1F6AA9C8-44C1-499E-937C-5998F7CB8404}" type="presParOf" srcId="{158D86E3-91B3-4A9E-9A66-73812C028B7A}" destId="{2DD4D766-8417-4FFC-B59D-5918BCFD794B}" srcOrd="4" destOrd="0" presId="urn:microsoft.com/office/officeart/2018/2/layout/IconVerticalSolidList"/>
    <dgm:cxn modelId="{6E35A7F4-CC1A-4AB4-B193-7CAD16B24510}" type="presParOf" srcId="{2DD4D766-8417-4FFC-B59D-5918BCFD794B}" destId="{4C13165C-C0CC-4889-BF8A-33C0AD5A13FA}" srcOrd="0" destOrd="0" presId="urn:microsoft.com/office/officeart/2018/2/layout/IconVerticalSolidList"/>
    <dgm:cxn modelId="{F18D6502-13A4-45D9-911F-08AA826155A8}" type="presParOf" srcId="{2DD4D766-8417-4FFC-B59D-5918BCFD794B}" destId="{B8C697BE-CF39-471F-9B4B-EE4C8FFE25F4}" srcOrd="1" destOrd="0" presId="urn:microsoft.com/office/officeart/2018/2/layout/IconVerticalSolidList"/>
    <dgm:cxn modelId="{6E68B5B0-4E9E-4526-B702-5D8529BCA011}" type="presParOf" srcId="{2DD4D766-8417-4FFC-B59D-5918BCFD794B}" destId="{64731CD8-C222-4EE5-9D50-9FCE3613BBB7}" srcOrd="2" destOrd="0" presId="urn:microsoft.com/office/officeart/2018/2/layout/IconVerticalSolidList"/>
    <dgm:cxn modelId="{96ABDF49-F804-4FD3-9D10-99768CA87E40}" type="presParOf" srcId="{2DD4D766-8417-4FFC-B59D-5918BCFD794B}" destId="{1CFB27DF-A733-4562-BC9B-B6E9EEB51608}" srcOrd="3" destOrd="0" presId="urn:microsoft.com/office/officeart/2018/2/layout/IconVerticalSolidList"/>
    <dgm:cxn modelId="{136E9097-3B37-4FE7-856F-F7E09579E53C}" type="presParOf" srcId="{158D86E3-91B3-4A9E-9A66-73812C028B7A}" destId="{59A15698-BB50-42CD-9B14-8C625ADAD41D}" srcOrd="5" destOrd="0" presId="urn:microsoft.com/office/officeart/2018/2/layout/IconVerticalSolidList"/>
    <dgm:cxn modelId="{312880C0-79E9-49CC-B89B-3653D9D2B783}" type="presParOf" srcId="{158D86E3-91B3-4A9E-9A66-73812C028B7A}" destId="{773B72CA-28D1-4211-B44A-09840ED46EF2}" srcOrd="6" destOrd="0" presId="urn:microsoft.com/office/officeart/2018/2/layout/IconVerticalSolidList"/>
    <dgm:cxn modelId="{26EC85DB-AF89-46FB-9A8D-A5AC87DDF80A}" type="presParOf" srcId="{773B72CA-28D1-4211-B44A-09840ED46EF2}" destId="{34822570-E2FC-462E-8B40-8CF93EF707FB}" srcOrd="0" destOrd="0" presId="urn:microsoft.com/office/officeart/2018/2/layout/IconVerticalSolidList"/>
    <dgm:cxn modelId="{B6749E35-0364-4023-B28E-70463B0FDDD4}" type="presParOf" srcId="{773B72CA-28D1-4211-B44A-09840ED46EF2}" destId="{A31A89F9-357F-4337-98C6-1062418FDA31}" srcOrd="1" destOrd="0" presId="urn:microsoft.com/office/officeart/2018/2/layout/IconVerticalSolidList"/>
    <dgm:cxn modelId="{D50A8DFF-8F1C-4549-A83D-6D3DD229878C}" type="presParOf" srcId="{773B72CA-28D1-4211-B44A-09840ED46EF2}" destId="{EF0549F4-4FD0-440B-BADB-418C1CD3DC1B}" srcOrd="2" destOrd="0" presId="urn:microsoft.com/office/officeart/2018/2/layout/IconVerticalSolidList"/>
    <dgm:cxn modelId="{F80A893E-F028-4A8A-921D-6CE93694649D}" type="presParOf" srcId="{773B72CA-28D1-4211-B44A-09840ED46EF2}" destId="{C306BB40-DC1F-4F16-8B96-DF05C6814DF8}" srcOrd="3" destOrd="0" presId="urn:microsoft.com/office/officeart/2018/2/layout/IconVerticalSolidList"/>
    <dgm:cxn modelId="{723B4BCD-2CDA-43F4-8EE9-12078D4798B9}" type="presParOf" srcId="{158D86E3-91B3-4A9E-9A66-73812C028B7A}" destId="{6D788BAC-3BE1-48A6-B545-79D48F63CADE}" srcOrd="7" destOrd="0" presId="urn:microsoft.com/office/officeart/2018/2/layout/IconVerticalSolidList"/>
    <dgm:cxn modelId="{CA951A41-3C2C-41C4-B88F-AD07FCD0EA34}" type="presParOf" srcId="{158D86E3-91B3-4A9E-9A66-73812C028B7A}" destId="{6AC046AE-B812-42D4-BF44-083BF8230A7A}" srcOrd="8" destOrd="0" presId="urn:microsoft.com/office/officeart/2018/2/layout/IconVerticalSolidList"/>
    <dgm:cxn modelId="{246D4B45-750E-4EEE-B60D-2EDD8E454887}" type="presParOf" srcId="{6AC046AE-B812-42D4-BF44-083BF8230A7A}" destId="{9558B28F-9DB6-4A7C-A610-F007AE2D3AB9}" srcOrd="0" destOrd="0" presId="urn:microsoft.com/office/officeart/2018/2/layout/IconVerticalSolidList"/>
    <dgm:cxn modelId="{98D83DB8-1FA6-46E4-A3A2-373BEE98DD4D}" type="presParOf" srcId="{6AC046AE-B812-42D4-BF44-083BF8230A7A}" destId="{F1D448F4-87A0-4EDE-976A-E2146ED789F6}" srcOrd="1" destOrd="0" presId="urn:microsoft.com/office/officeart/2018/2/layout/IconVerticalSolidList"/>
    <dgm:cxn modelId="{D35AF016-7473-48F2-AB6D-47F9A16CB4DA}" type="presParOf" srcId="{6AC046AE-B812-42D4-BF44-083BF8230A7A}" destId="{877BD148-633D-4421-9EB8-6254CE50F4DF}" srcOrd="2" destOrd="0" presId="urn:microsoft.com/office/officeart/2018/2/layout/IconVerticalSolidList"/>
    <dgm:cxn modelId="{F4F1619B-B30A-4BD3-B8AC-BFC0E4F7EB19}" type="presParOf" srcId="{6AC046AE-B812-42D4-BF44-083BF8230A7A}" destId="{ADBE55D1-F357-46A6-AF21-546817E49187}" srcOrd="3" destOrd="0" presId="urn:microsoft.com/office/officeart/2018/2/layout/IconVerticalSolidList"/>
    <dgm:cxn modelId="{6BD153BB-B044-48F7-8428-34A23B251A21}" type="presParOf" srcId="{158D86E3-91B3-4A9E-9A66-73812C028B7A}" destId="{08439302-0C6F-4EE6-BA3F-8124BA096E0D}" srcOrd="9" destOrd="0" presId="urn:microsoft.com/office/officeart/2018/2/layout/IconVerticalSolidList"/>
    <dgm:cxn modelId="{18916741-F154-4E04-A233-387A38C2A316}" type="presParOf" srcId="{158D86E3-91B3-4A9E-9A66-73812C028B7A}" destId="{A64F8918-F2B4-48BB-9D4C-C4DBE8E66B54}" srcOrd="10" destOrd="0" presId="urn:microsoft.com/office/officeart/2018/2/layout/IconVerticalSolidList"/>
    <dgm:cxn modelId="{62A32C07-F2C9-4A73-BEB4-CA44479090FC}" type="presParOf" srcId="{A64F8918-F2B4-48BB-9D4C-C4DBE8E66B54}" destId="{1FE2B2C9-B3EA-4814-A0B7-6C7A04912941}" srcOrd="0" destOrd="0" presId="urn:microsoft.com/office/officeart/2018/2/layout/IconVerticalSolidList"/>
    <dgm:cxn modelId="{81CD29AA-4A1B-42A6-B5CE-CF6E3AC0E858}" type="presParOf" srcId="{A64F8918-F2B4-48BB-9D4C-C4DBE8E66B54}" destId="{B0339EB1-1BB9-4C0B-9B3F-CA8ECEA3A2D9}" srcOrd="1" destOrd="0" presId="urn:microsoft.com/office/officeart/2018/2/layout/IconVerticalSolidList"/>
    <dgm:cxn modelId="{39A163E2-B70B-4AA5-B091-D8DB687BBA7B}" type="presParOf" srcId="{A64F8918-F2B4-48BB-9D4C-C4DBE8E66B54}" destId="{94701C53-2F4E-4B29-B446-A11490349510}" srcOrd="2" destOrd="0" presId="urn:microsoft.com/office/officeart/2018/2/layout/IconVerticalSolidList"/>
    <dgm:cxn modelId="{50A89387-B27C-474C-AD7B-5C7A1D7D37AE}" type="presParOf" srcId="{A64F8918-F2B4-48BB-9D4C-C4DBE8E66B54}" destId="{EE73D579-3E1E-42E0-A899-165D208353F2}" srcOrd="3" destOrd="0" presId="urn:microsoft.com/office/officeart/2018/2/layout/IconVerticalSolidList"/>
    <dgm:cxn modelId="{BD37397F-CFA8-44D2-A594-03301567A5A8}" type="presParOf" srcId="{158D86E3-91B3-4A9E-9A66-73812C028B7A}" destId="{C17BE083-67F9-4EDD-8B8C-EF1FEAD30FF9}" srcOrd="11" destOrd="0" presId="urn:microsoft.com/office/officeart/2018/2/layout/IconVerticalSolidList"/>
    <dgm:cxn modelId="{E3964000-3312-424D-8EBF-BF1818DC7F33}" type="presParOf" srcId="{158D86E3-91B3-4A9E-9A66-73812C028B7A}" destId="{F3EBA99D-0420-4A87-BD5E-CC9E5356E795}" srcOrd="12" destOrd="0" presId="urn:microsoft.com/office/officeart/2018/2/layout/IconVerticalSolidList"/>
    <dgm:cxn modelId="{31D1CE23-A4C7-44DF-AD23-007F9BDE858C}" type="presParOf" srcId="{F3EBA99D-0420-4A87-BD5E-CC9E5356E795}" destId="{11AA55D7-12CD-4743-9629-CDDEF3DD2E5F}" srcOrd="0" destOrd="0" presId="urn:microsoft.com/office/officeart/2018/2/layout/IconVerticalSolidList"/>
    <dgm:cxn modelId="{FC358011-5BBF-49DA-ABB6-62A81E616D96}" type="presParOf" srcId="{F3EBA99D-0420-4A87-BD5E-CC9E5356E795}" destId="{EA4B21C0-F850-49CF-9027-99381091B9B1}" srcOrd="1" destOrd="0" presId="urn:microsoft.com/office/officeart/2018/2/layout/IconVerticalSolidList"/>
    <dgm:cxn modelId="{D4FB5991-E32D-44BA-9314-AF21C379AFA5}" type="presParOf" srcId="{F3EBA99D-0420-4A87-BD5E-CC9E5356E795}" destId="{68DD719C-49F3-4312-80EA-FEEEEB8C5A22}" srcOrd="2" destOrd="0" presId="urn:microsoft.com/office/officeart/2018/2/layout/IconVerticalSolidList"/>
    <dgm:cxn modelId="{9594D5E7-C1BC-4F2B-9815-A78D6656D6C6}" type="presParOf" srcId="{F3EBA99D-0420-4A87-BD5E-CC9E5356E795}" destId="{899EFBB4-DB63-4DC4-8F1E-AB96C4FD8C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BDCC637-2B09-4065-BF55-8CD06B1CD6B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94DAAB-F1CE-4041-9C58-D33BC0A5A107}">
      <dgm:prSet custT="1"/>
      <dgm:spPr/>
      <dgm:t>
        <a:bodyPr/>
        <a:lstStyle/>
        <a:p>
          <a:r>
            <a:rPr lang="en-US" sz="2000" dirty="0"/>
            <a:t>STM32 ADC configuration</a:t>
          </a:r>
        </a:p>
      </dgm:t>
    </dgm:pt>
    <dgm:pt modelId="{10EE8875-418B-48C2-955D-0A56B701DE90}" type="parTrans" cxnId="{BB5672CC-83D4-4291-B707-7FD62370C685}">
      <dgm:prSet/>
      <dgm:spPr/>
      <dgm:t>
        <a:bodyPr/>
        <a:lstStyle/>
        <a:p>
          <a:endParaRPr lang="en-US" sz="2000"/>
        </a:p>
      </dgm:t>
    </dgm:pt>
    <dgm:pt modelId="{CB65CC29-BD06-41AD-AEB1-2F9E841F6B57}" type="sibTrans" cxnId="{BB5672CC-83D4-4291-B707-7FD62370C685}">
      <dgm:prSet/>
      <dgm:spPr/>
      <dgm:t>
        <a:bodyPr/>
        <a:lstStyle/>
        <a:p>
          <a:endParaRPr lang="en-US" sz="2000"/>
        </a:p>
      </dgm:t>
    </dgm:pt>
    <dgm:pt modelId="{E9F36BA2-13B7-4A5F-9A12-6F1A7A854A05}">
      <dgm:prSet custT="1"/>
      <dgm:spPr/>
      <dgm:t>
        <a:bodyPr/>
        <a:lstStyle/>
        <a:p>
          <a:r>
            <a:rPr lang="en-US" sz="2000"/>
            <a:t>RMS and power calculations</a:t>
          </a:r>
        </a:p>
      </dgm:t>
    </dgm:pt>
    <dgm:pt modelId="{1E670021-FD4F-4AC1-A435-D590F88EE86B}" type="parTrans" cxnId="{6D392893-F05C-400F-8390-02492EB12AA2}">
      <dgm:prSet/>
      <dgm:spPr/>
      <dgm:t>
        <a:bodyPr/>
        <a:lstStyle/>
        <a:p>
          <a:endParaRPr lang="en-US" sz="2000"/>
        </a:p>
      </dgm:t>
    </dgm:pt>
    <dgm:pt modelId="{40ADCC3F-BF12-4487-8519-45C07E7E4269}" type="sibTrans" cxnId="{6D392893-F05C-400F-8390-02492EB12AA2}">
      <dgm:prSet/>
      <dgm:spPr/>
      <dgm:t>
        <a:bodyPr/>
        <a:lstStyle/>
        <a:p>
          <a:endParaRPr lang="en-US" sz="2000"/>
        </a:p>
      </dgm:t>
    </dgm:pt>
    <dgm:pt modelId="{71BBBE62-A345-42E7-A9B6-CE11AF3EE9D8}">
      <dgm:prSet custT="1"/>
      <dgm:spPr/>
      <dgm:t>
        <a:bodyPr/>
        <a:lstStyle/>
        <a:p>
          <a:r>
            <a:rPr lang="en-US" sz="2000" dirty="0"/>
            <a:t>STM32 Programming </a:t>
          </a:r>
        </a:p>
      </dgm:t>
    </dgm:pt>
    <dgm:pt modelId="{704FC276-6937-4A59-A2E7-1891BCA345BA}" type="parTrans" cxnId="{91FEF676-9E20-4E6E-819B-6187171E342B}">
      <dgm:prSet/>
      <dgm:spPr/>
      <dgm:t>
        <a:bodyPr/>
        <a:lstStyle/>
        <a:p>
          <a:endParaRPr lang="en-US" sz="2000"/>
        </a:p>
      </dgm:t>
    </dgm:pt>
    <dgm:pt modelId="{85663C54-FC45-4C43-9944-7A00BABA70AE}" type="sibTrans" cxnId="{91FEF676-9E20-4E6E-819B-6187171E342B}">
      <dgm:prSet/>
      <dgm:spPr/>
      <dgm:t>
        <a:bodyPr/>
        <a:lstStyle/>
        <a:p>
          <a:endParaRPr lang="en-US" sz="2000"/>
        </a:p>
      </dgm:t>
    </dgm:pt>
    <dgm:pt modelId="{D98E904E-F141-4CC9-A91E-6C2598F2BCE4}" type="pres">
      <dgm:prSet presAssocID="{EBDCC637-2B09-4065-BF55-8CD06B1CD6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A46126-71DB-40ED-9F9A-9F8E60A2EF7B}" type="pres">
      <dgm:prSet presAssocID="{0994DAAB-F1CE-4041-9C58-D33BC0A5A107}" presName="hierRoot1" presStyleCnt="0"/>
      <dgm:spPr/>
    </dgm:pt>
    <dgm:pt modelId="{06D57C86-BDF7-4A82-B231-5AC9BDF41B87}" type="pres">
      <dgm:prSet presAssocID="{0994DAAB-F1CE-4041-9C58-D33BC0A5A107}" presName="composite" presStyleCnt="0"/>
      <dgm:spPr/>
    </dgm:pt>
    <dgm:pt modelId="{D4A128F2-3357-4FF5-BDB3-0D64DF6DF4C3}" type="pres">
      <dgm:prSet presAssocID="{0994DAAB-F1CE-4041-9C58-D33BC0A5A107}" presName="background" presStyleLbl="node0" presStyleIdx="0" presStyleCnt="3"/>
      <dgm:spPr/>
    </dgm:pt>
    <dgm:pt modelId="{1C152C16-0DC8-412A-A73B-9EC4C1834EDF}" type="pres">
      <dgm:prSet presAssocID="{0994DAAB-F1CE-4041-9C58-D33BC0A5A107}" presName="text" presStyleLbl="fgAcc0" presStyleIdx="0" presStyleCnt="3">
        <dgm:presLayoutVars>
          <dgm:chPref val="3"/>
        </dgm:presLayoutVars>
      </dgm:prSet>
      <dgm:spPr/>
    </dgm:pt>
    <dgm:pt modelId="{2B9EC373-DAFF-4B2D-B4CF-0CC04A3CB333}" type="pres">
      <dgm:prSet presAssocID="{0994DAAB-F1CE-4041-9C58-D33BC0A5A107}" presName="hierChild2" presStyleCnt="0"/>
      <dgm:spPr/>
    </dgm:pt>
    <dgm:pt modelId="{4DD9CFFF-BECC-4C3F-8E1F-18B5102FCD1E}" type="pres">
      <dgm:prSet presAssocID="{E9F36BA2-13B7-4A5F-9A12-6F1A7A854A05}" presName="hierRoot1" presStyleCnt="0"/>
      <dgm:spPr/>
    </dgm:pt>
    <dgm:pt modelId="{F600A10A-246B-4E60-84F1-4033B079476C}" type="pres">
      <dgm:prSet presAssocID="{E9F36BA2-13B7-4A5F-9A12-6F1A7A854A05}" presName="composite" presStyleCnt="0"/>
      <dgm:spPr/>
    </dgm:pt>
    <dgm:pt modelId="{D3E27AC6-136B-43B7-915D-97BA4FB3E4AF}" type="pres">
      <dgm:prSet presAssocID="{E9F36BA2-13B7-4A5F-9A12-6F1A7A854A05}" presName="background" presStyleLbl="node0" presStyleIdx="1" presStyleCnt="3"/>
      <dgm:spPr/>
    </dgm:pt>
    <dgm:pt modelId="{6958D425-05F6-4A44-AE07-9D260EB5074E}" type="pres">
      <dgm:prSet presAssocID="{E9F36BA2-13B7-4A5F-9A12-6F1A7A854A05}" presName="text" presStyleLbl="fgAcc0" presStyleIdx="1" presStyleCnt="3">
        <dgm:presLayoutVars>
          <dgm:chPref val="3"/>
        </dgm:presLayoutVars>
      </dgm:prSet>
      <dgm:spPr/>
    </dgm:pt>
    <dgm:pt modelId="{5EEA8C4F-6570-4D61-805A-EA481BA08078}" type="pres">
      <dgm:prSet presAssocID="{E9F36BA2-13B7-4A5F-9A12-6F1A7A854A05}" presName="hierChild2" presStyleCnt="0"/>
      <dgm:spPr/>
    </dgm:pt>
    <dgm:pt modelId="{3E4D5103-5A6D-49DE-B2B1-BA2F8D807863}" type="pres">
      <dgm:prSet presAssocID="{71BBBE62-A345-42E7-A9B6-CE11AF3EE9D8}" presName="hierRoot1" presStyleCnt="0"/>
      <dgm:spPr/>
    </dgm:pt>
    <dgm:pt modelId="{E0EEDDB5-9E5D-4D64-BAC2-AB5A6B3EE00D}" type="pres">
      <dgm:prSet presAssocID="{71BBBE62-A345-42E7-A9B6-CE11AF3EE9D8}" presName="composite" presStyleCnt="0"/>
      <dgm:spPr/>
    </dgm:pt>
    <dgm:pt modelId="{1179CD3B-3C56-4777-9F27-9FA17BFCFAA2}" type="pres">
      <dgm:prSet presAssocID="{71BBBE62-A345-42E7-A9B6-CE11AF3EE9D8}" presName="background" presStyleLbl="node0" presStyleIdx="2" presStyleCnt="3"/>
      <dgm:spPr/>
    </dgm:pt>
    <dgm:pt modelId="{14C66AA2-5ECC-4931-BDD8-BD380DC34DC5}" type="pres">
      <dgm:prSet presAssocID="{71BBBE62-A345-42E7-A9B6-CE11AF3EE9D8}" presName="text" presStyleLbl="fgAcc0" presStyleIdx="2" presStyleCnt="3">
        <dgm:presLayoutVars>
          <dgm:chPref val="3"/>
        </dgm:presLayoutVars>
      </dgm:prSet>
      <dgm:spPr/>
    </dgm:pt>
    <dgm:pt modelId="{B1D2713E-36AA-4E23-9424-D275B27C8412}" type="pres">
      <dgm:prSet presAssocID="{71BBBE62-A345-42E7-A9B6-CE11AF3EE9D8}" presName="hierChild2" presStyleCnt="0"/>
      <dgm:spPr/>
    </dgm:pt>
  </dgm:ptLst>
  <dgm:cxnLst>
    <dgm:cxn modelId="{2879693C-72D9-454F-901E-738BCBD1E5B6}" type="presOf" srcId="{E9F36BA2-13B7-4A5F-9A12-6F1A7A854A05}" destId="{6958D425-05F6-4A44-AE07-9D260EB5074E}" srcOrd="0" destOrd="0" presId="urn:microsoft.com/office/officeart/2005/8/layout/hierarchy1"/>
    <dgm:cxn modelId="{91FEF676-9E20-4E6E-819B-6187171E342B}" srcId="{EBDCC637-2B09-4065-BF55-8CD06B1CD6BC}" destId="{71BBBE62-A345-42E7-A9B6-CE11AF3EE9D8}" srcOrd="2" destOrd="0" parTransId="{704FC276-6937-4A59-A2E7-1891BCA345BA}" sibTransId="{85663C54-FC45-4C43-9944-7A00BABA70AE}"/>
    <dgm:cxn modelId="{E86CB28C-569C-4314-B3F3-DB7CCF4C8239}" type="presOf" srcId="{0994DAAB-F1CE-4041-9C58-D33BC0A5A107}" destId="{1C152C16-0DC8-412A-A73B-9EC4C1834EDF}" srcOrd="0" destOrd="0" presId="urn:microsoft.com/office/officeart/2005/8/layout/hierarchy1"/>
    <dgm:cxn modelId="{6D392893-F05C-400F-8390-02492EB12AA2}" srcId="{EBDCC637-2B09-4065-BF55-8CD06B1CD6BC}" destId="{E9F36BA2-13B7-4A5F-9A12-6F1A7A854A05}" srcOrd="1" destOrd="0" parTransId="{1E670021-FD4F-4AC1-A435-D590F88EE86B}" sibTransId="{40ADCC3F-BF12-4487-8519-45C07E7E4269}"/>
    <dgm:cxn modelId="{B1B135B9-2E21-4271-8BFB-C64D006248EE}" type="presOf" srcId="{71BBBE62-A345-42E7-A9B6-CE11AF3EE9D8}" destId="{14C66AA2-5ECC-4931-BDD8-BD380DC34DC5}" srcOrd="0" destOrd="0" presId="urn:microsoft.com/office/officeart/2005/8/layout/hierarchy1"/>
    <dgm:cxn modelId="{07DD8ECA-0259-41A8-AD2D-26ECA18BF1F7}" type="presOf" srcId="{EBDCC637-2B09-4065-BF55-8CD06B1CD6BC}" destId="{D98E904E-F141-4CC9-A91E-6C2598F2BCE4}" srcOrd="0" destOrd="0" presId="urn:microsoft.com/office/officeart/2005/8/layout/hierarchy1"/>
    <dgm:cxn modelId="{BB5672CC-83D4-4291-B707-7FD62370C685}" srcId="{EBDCC637-2B09-4065-BF55-8CD06B1CD6BC}" destId="{0994DAAB-F1CE-4041-9C58-D33BC0A5A107}" srcOrd="0" destOrd="0" parTransId="{10EE8875-418B-48C2-955D-0A56B701DE90}" sibTransId="{CB65CC29-BD06-41AD-AEB1-2F9E841F6B57}"/>
    <dgm:cxn modelId="{C6E0A5CE-5C83-4431-9699-58787D219C63}" type="presParOf" srcId="{D98E904E-F141-4CC9-A91E-6C2598F2BCE4}" destId="{57A46126-71DB-40ED-9F9A-9F8E60A2EF7B}" srcOrd="0" destOrd="0" presId="urn:microsoft.com/office/officeart/2005/8/layout/hierarchy1"/>
    <dgm:cxn modelId="{BD079D14-53A9-4670-88DE-83180D500A9E}" type="presParOf" srcId="{57A46126-71DB-40ED-9F9A-9F8E60A2EF7B}" destId="{06D57C86-BDF7-4A82-B231-5AC9BDF41B87}" srcOrd="0" destOrd="0" presId="urn:microsoft.com/office/officeart/2005/8/layout/hierarchy1"/>
    <dgm:cxn modelId="{9E54EB52-0F2E-4341-A6FA-81840385E1D3}" type="presParOf" srcId="{06D57C86-BDF7-4A82-B231-5AC9BDF41B87}" destId="{D4A128F2-3357-4FF5-BDB3-0D64DF6DF4C3}" srcOrd="0" destOrd="0" presId="urn:microsoft.com/office/officeart/2005/8/layout/hierarchy1"/>
    <dgm:cxn modelId="{A950D322-C496-439E-81D7-4F90206DD437}" type="presParOf" srcId="{06D57C86-BDF7-4A82-B231-5AC9BDF41B87}" destId="{1C152C16-0DC8-412A-A73B-9EC4C1834EDF}" srcOrd="1" destOrd="0" presId="urn:microsoft.com/office/officeart/2005/8/layout/hierarchy1"/>
    <dgm:cxn modelId="{BA2F195E-32D8-4AD5-BBD3-4491A8D6C564}" type="presParOf" srcId="{57A46126-71DB-40ED-9F9A-9F8E60A2EF7B}" destId="{2B9EC373-DAFF-4B2D-B4CF-0CC04A3CB333}" srcOrd="1" destOrd="0" presId="urn:microsoft.com/office/officeart/2005/8/layout/hierarchy1"/>
    <dgm:cxn modelId="{6B01A318-C4ED-45A1-AFF0-B0F9428FDD32}" type="presParOf" srcId="{D98E904E-F141-4CC9-A91E-6C2598F2BCE4}" destId="{4DD9CFFF-BECC-4C3F-8E1F-18B5102FCD1E}" srcOrd="1" destOrd="0" presId="urn:microsoft.com/office/officeart/2005/8/layout/hierarchy1"/>
    <dgm:cxn modelId="{0FD923A0-96A8-4C47-AD39-942EE9F9913A}" type="presParOf" srcId="{4DD9CFFF-BECC-4C3F-8E1F-18B5102FCD1E}" destId="{F600A10A-246B-4E60-84F1-4033B079476C}" srcOrd="0" destOrd="0" presId="urn:microsoft.com/office/officeart/2005/8/layout/hierarchy1"/>
    <dgm:cxn modelId="{E61DDC1B-8BD2-41A1-A69A-6C1724747CF4}" type="presParOf" srcId="{F600A10A-246B-4E60-84F1-4033B079476C}" destId="{D3E27AC6-136B-43B7-915D-97BA4FB3E4AF}" srcOrd="0" destOrd="0" presId="urn:microsoft.com/office/officeart/2005/8/layout/hierarchy1"/>
    <dgm:cxn modelId="{65D3542C-D26C-4A37-9E5E-4C4B6379B9BA}" type="presParOf" srcId="{F600A10A-246B-4E60-84F1-4033B079476C}" destId="{6958D425-05F6-4A44-AE07-9D260EB5074E}" srcOrd="1" destOrd="0" presId="urn:microsoft.com/office/officeart/2005/8/layout/hierarchy1"/>
    <dgm:cxn modelId="{33E8DD37-9038-4BC7-9733-DB38F7C134F3}" type="presParOf" srcId="{4DD9CFFF-BECC-4C3F-8E1F-18B5102FCD1E}" destId="{5EEA8C4F-6570-4D61-805A-EA481BA08078}" srcOrd="1" destOrd="0" presId="urn:microsoft.com/office/officeart/2005/8/layout/hierarchy1"/>
    <dgm:cxn modelId="{3F75326D-FB7B-48DE-BF9C-CE7D9457CDA5}" type="presParOf" srcId="{D98E904E-F141-4CC9-A91E-6C2598F2BCE4}" destId="{3E4D5103-5A6D-49DE-B2B1-BA2F8D807863}" srcOrd="2" destOrd="0" presId="urn:microsoft.com/office/officeart/2005/8/layout/hierarchy1"/>
    <dgm:cxn modelId="{F2CEAC6B-3D63-408F-82F1-F3A45F4B3AD1}" type="presParOf" srcId="{3E4D5103-5A6D-49DE-B2B1-BA2F8D807863}" destId="{E0EEDDB5-9E5D-4D64-BAC2-AB5A6B3EE00D}" srcOrd="0" destOrd="0" presId="urn:microsoft.com/office/officeart/2005/8/layout/hierarchy1"/>
    <dgm:cxn modelId="{571395F8-E4DD-4501-9ECD-46D7C02EE1A8}" type="presParOf" srcId="{E0EEDDB5-9E5D-4D64-BAC2-AB5A6B3EE00D}" destId="{1179CD3B-3C56-4777-9F27-9FA17BFCFAA2}" srcOrd="0" destOrd="0" presId="urn:microsoft.com/office/officeart/2005/8/layout/hierarchy1"/>
    <dgm:cxn modelId="{B84A5C16-C47D-4070-A444-0765739C4A3A}" type="presParOf" srcId="{E0EEDDB5-9E5D-4D64-BAC2-AB5A6B3EE00D}" destId="{14C66AA2-5ECC-4931-BDD8-BD380DC34DC5}" srcOrd="1" destOrd="0" presId="urn:microsoft.com/office/officeart/2005/8/layout/hierarchy1"/>
    <dgm:cxn modelId="{2B9D7F27-E166-40D8-ACD8-5D130199DD6D}" type="presParOf" srcId="{3E4D5103-5A6D-49DE-B2B1-BA2F8D807863}" destId="{B1D2713E-36AA-4E23-9424-D275B27C84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DCC637-2B09-4065-BF55-8CD06B1CD6B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94DAAB-F1CE-4041-9C58-D33BC0A5A107}">
      <dgm:prSet custT="1"/>
      <dgm:spPr/>
      <dgm:t>
        <a:bodyPr/>
        <a:lstStyle/>
        <a:p>
          <a:r>
            <a:rPr lang="en-US" sz="2000" dirty="0"/>
            <a:t>ESP32 programming</a:t>
          </a:r>
        </a:p>
      </dgm:t>
    </dgm:pt>
    <dgm:pt modelId="{10EE8875-418B-48C2-955D-0A56B701DE90}" type="parTrans" cxnId="{BB5672CC-83D4-4291-B707-7FD62370C685}">
      <dgm:prSet/>
      <dgm:spPr/>
      <dgm:t>
        <a:bodyPr/>
        <a:lstStyle/>
        <a:p>
          <a:endParaRPr lang="en-US" sz="2000"/>
        </a:p>
      </dgm:t>
    </dgm:pt>
    <dgm:pt modelId="{CB65CC29-BD06-41AD-AEB1-2F9E841F6B57}" type="sibTrans" cxnId="{BB5672CC-83D4-4291-B707-7FD62370C685}">
      <dgm:prSet/>
      <dgm:spPr/>
      <dgm:t>
        <a:bodyPr/>
        <a:lstStyle/>
        <a:p>
          <a:endParaRPr lang="en-US" sz="2000"/>
        </a:p>
      </dgm:t>
    </dgm:pt>
    <dgm:pt modelId="{E9F36BA2-13B7-4A5F-9A12-6F1A7A854A05}">
      <dgm:prSet custT="1"/>
      <dgm:spPr/>
      <dgm:t>
        <a:bodyPr/>
        <a:lstStyle/>
        <a:p>
          <a:r>
            <a:rPr lang="en-US" sz="2000" dirty="0"/>
            <a:t>Firebase cloud integration</a:t>
          </a:r>
        </a:p>
      </dgm:t>
    </dgm:pt>
    <dgm:pt modelId="{1E670021-FD4F-4AC1-A435-D590F88EE86B}" type="parTrans" cxnId="{6D392893-F05C-400F-8390-02492EB12AA2}">
      <dgm:prSet/>
      <dgm:spPr/>
      <dgm:t>
        <a:bodyPr/>
        <a:lstStyle/>
        <a:p>
          <a:endParaRPr lang="en-US" sz="2000"/>
        </a:p>
      </dgm:t>
    </dgm:pt>
    <dgm:pt modelId="{40ADCC3F-BF12-4487-8519-45C07E7E4269}" type="sibTrans" cxnId="{6D392893-F05C-400F-8390-02492EB12AA2}">
      <dgm:prSet/>
      <dgm:spPr/>
      <dgm:t>
        <a:bodyPr/>
        <a:lstStyle/>
        <a:p>
          <a:endParaRPr lang="en-US" sz="2000"/>
        </a:p>
      </dgm:t>
    </dgm:pt>
    <dgm:pt modelId="{71BBBE62-A345-42E7-A9B6-CE11AF3EE9D8}">
      <dgm:prSet custT="1"/>
      <dgm:spPr/>
      <dgm:t>
        <a:bodyPr/>
        <a:lstStyle/>
        <a:p>
          <a:r>
            <a:rPr lang="en-US" sz="2000" dirty="0"/>
            <a:t>System Integration </a:t>
          </a:r>
        </a:p>
      </dgm:t>
    </dgm:pt>
    <dgm:pt modelId="{704FC276-6937-4A59-A2E7-1891BCA345BA}" type="parTrans" cxnId="{91FEF676-9E20-4E6E-819B-6187171E342B}">
      <dgm:prSet/>
      <dgm:spPr/>
      <dgm:t>
        <a:bodyPr/>
        <a:lstStyle/>
        <a:p>
          <a:endParaRPr lang="en-US" sz="2000"/>
        </a:p>
      </dgm:t>
    </dgm:pt>
    <dgm:pt modelId="{85663C54-FC45-4C43-9944-7A00BABA70AE}" type="sibTrans" cxnId="{91FEF676-9E20-4E6E-819B-6187171E342B}">
      <dgm:prSet/>
      <dgm:spPr/>
      <dgm:t>
        <a:bodyPr/>
        <a:lstStyle/>
        <a:p>
          <a:endParaRPr lang="en-US" sz="2000"/>
        </a:p>
      </dgm:t>
    </dgm:pt>
    <dgm:pt modelId="{D98E904E-F141-4CC9-A91E-6C2598F2BCE4}" type="pres">
      <dgm:prSet presAssocID="{EBDCC637-2B09-4065-BF55-8CD06B1CD6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A46126-71DB-40ED-9F9A-9F8E60A2EF7B}" type="pres">
      <dgm:prSet presAssocID="{0994DAAB-F1CE-4041-9C58-D33BC0A5A107}" presName="hierRoot1" presStyleCnt="0"/>
      <dgm:spPr/>
    </dgm:pt>
    <dgm:pt modelId="{06D57C86-BDF7-4A82-B231-5AC9BDF41B87}" type="pres">
      <dgm:prSet presAssocID="{0994DAAB-F1CE-4041-9C58-D33BC0A5A107}" presName="composite" presStyleCnt="0"/>
      <dgm:spPr/>
    </dgm:pt>
    <dgm:pt modelId="{D4A128F2-3357-4FF5-BDB3-0D64DF6DF4C3}" type="pres">
      <dgm:prSet presAssocID="{0994DAAB-F1CE-4041-9C58-D33BC0A5A107}" presName="background" presStyleLbl="node0" presStyleIdx="0" presStyleCnt="3"/>
      <dgm:spPr/>
    </dgm:pt>
    <dgm:pt modelId="{1C152C16-0DC8-412A-A73B-9EC4C1834EDF}" type="pres">
      <dgm:prSet presAssocID="{0994DAAB-F1CE-4041-9C58-D33BC0A5A107}" presName="text" presStyleLbl="fgAcc0" presStyleIdx="0" presStyleCnt="3">
        <dgm:presLayoutVars>
          <dgm:chPref val="3"/>
        </dgm:presLayoutVars>
      </dgm:prSet>
      <dgm:spPr/>
    </dgm:pt>
    <dgm:pt modelId="{2B9EC373-DAFF-4B2D-B4CF-0CC04A3CB333}" type="pres">
      <dgm:prSet presAssocID="{0994DAAB-F1CE-4041-9C58-D33BC0A5A107}" presName="hierChild2" presStyleCnt="0"/>
      <dgm:spPr/>
    </dgm:pt>
    <dgm:pt modelId="{4DD9CFFF-BECC-4C3F-8E1F-18B5102FCD1E}" type="pres">
      <dgm:prSet presAssocID="{E9F36BA2-13B7-4A5F-9A12-6F1A7A854A05}" presName="hierRoot1" presStyleCnt="0"/>
      <dgm:spPr/>
    </dgm:pt>
    <dgm:pt modelId="{F600A10A-246B-4E60-84F1-4033B079476C}" type="pres">
      <dgm:prSet presAssocID="{E9F36BA2-13B7-4A5F-9A12-6F1A7A854A05}" presName="composite" presStyleCnt="0"/>
      <dgm:spPr/>
    </dgm:pt>
    <dgm:pt modelId="{D3E27AC6-136B-43B7-915D-97BA4FB3E4AF}" type="pres">
      <dgm:prSet presAssocID="{E9F36BA2-13B7-4A5F-9A12-6F1A7A854A05}" presName="background" presStyleLbl="node0" presStyleIdx="1" presStyleCnt="3"/>
      <dgm:spPr/>
    </dgm:pt>
    <dgm:pt modelId="{6958D425-05F6-4A44-AE07-9D260EB5074E}" type="pres">
      <dgm:prSet presAssocID="{E9F36BA2-13B7-4A5F-9A12-6F1A7A854A05}" presName="text" presStyleLbl="fgAcc0" presStyleIdx="1" presStyleCnt="3">
        <dgm:presLayoutVars>
          <dgm:chPref val="3"/>
        </dgm:presLayoutVars>
      </dgm:prSet>
      <dgm:spPr/>
    </dgm:pt>
    <dgm:pt modelId="{5EEA8C4F-6570-4D61-805A-EA481BA08078}" type="pres">
      <dgm:prSet presAssocID="{E9F36BA2-13B7-4A5F-9A12-6F1A7A854A05}" presName="hierChild2" presStyleCnt="0"/>
      <dgm:spPr/>
    </dgm:pt>
    <dgm:pt modelId="{3E4D5103-5A6D-49DE-B2B1-BA2F8D807863}" type="pres">
      <dgm:prSet presAssocID="{71BBBE62-A345-42E7-A9B6-CE11AF3EE9D8}" presName="hierRoot1" presStyleCnt="0"/>
      <dgm:spPr/>
    </dgm:pt>
    <dgm:pt modelId="{E0EEDDB5-9E5D-4D64-BAC2-AB5A6B3EE00D}" type="pres">
      <dgm:prSet presAssocID="{71BBBE62-A345-42E7-A9B6-CE11AF3EE9D8}" presName="composite" presStyleCnt="0"/>
      <dgm:spPr/>
    </dgm:pt>
    <dgm:pt modelId="{1179CD3B-3C56-4777-9F27-9FA17BFCFAA2}" type="pres">
      <dgm:prSet presAssocID="{71BBBE62-A345-42E7-A9B6-CE11AF3EE9D8}" presName="background" presStyleLbl="node0" presStyleIdx="2" presStyleCnt="3"/>
      <dgm:spPr/>
    </dgm:pt>
    <dgm:pt modelId="{14C66AA2-5ECC-4931-BDD8-BD380DC34DC5}" type="pres">
      <dgm:prSet presAssocID="{71BBBE62-A345-42E7-A9B6-CE11AF3EE9D8}" presName="text" presStyleLbl="fgAcc0" presStyleIdx="2" presStyleCnt="3">
        <dgm:presLayoutVars>
          <dgm:chPref val="3"/>
        </dgm:presLayoutVars>
      </dgm:prSet>
      <dgm:spPr/>
    </dgm:pt>
    <dgm:pt modelId="{B1D2713E-36AA-4E23-9424-D275B27C8412}" type="pres">
      <dgm:prSet presAssocID="{71BBBE62-A345-42E7-A9B6-CE11AF3EE9D8}" presName="hierChild2" presStyleCnt="0"/>
      <dgm:spPr/>
    </dgm:pt>
  </dgm:ptLst>
  <dgm:cxnLst>
    <dgm:cxn modelId="{2879693C-72D9-454F-901E-738BCBD1E5B6}" type="presOf" srcId="{E9F36BA2-13B7-4A5F-9A12-6F1A7A854A05}" destId="{6958D425-05F6-4A44-AE07-9D260EB5074E}" srcOrd="0" destOrd="0" presId="urn:microsoft.com/office/officeart/2005/8/layout/hierarchy1"/>
    <dgm:cxn modelId="{91FEF676-9E20-4E6E-819B-6187171E342B}" srcId="{EBDCC637-2B09-4065-BF55-8CD06B1CD6BC}" destId="{71BBBE62-A345-42E7-A9B6-CE11AF3EE9D8}" srcOrd="2" destOrd="0" parTransId="{704FC276-6937-4A59-A2E7-1891BCA345BA}" sibTransId="{85663C54-FC45-4C43-9944-7A00BABA70AE}"/>
    <dgm:cxn modelId="{E86CB28C-569C-4314-B3F3-DB7CCF4C8239}" type="presOf" srcId="{0994DAAB-F1CE-4041-9C58-D33BC0A5A107}" destId="{1C152C16-0DC8-412A-A73B-9EC4C1834EDF}" srcOrd="0" destOrd="0" presId="urn:microsoft.com/office/officeart/2005/8/layout/hierarchy1"/>
    <dgm:cxn modelId="{6D392893-F05C-400F-8390-02492EB12AA2}" srcId="{EBDCC637-2B09-4065-BF55-8CD06B1CD6BC}" destId="{E9F36BA2-13B7-4A5F-9A12-6F1A7A854A05}" srcOrd="1" destOrd="0" parTransId="{1E670021-FD4F-4AC1-A435-D590F88EE86B}" sibTransId="{40ADCC3F-BF12-4487-8519-45C07E7E4269}"/>
    <dgm:cxn modelId="{B1B135B9-2E21-4271-8BFB-C64D006248EE}" type="presOf" srcId="{71BBBE62-A345-42E7-A9B6-CE11AF3EE9D8}" destId="{14C66AA2-5ECC-4931-BDD8-BD380DC34DC5}" srcOrd="0" destOrd="0" presId="urn:microsoft.com/office/officeart/2005/8/layout/hierarchy1"/>
    <dgm:cxn modelId="{07DD8ECA-0259-41A8-AD2D-26ECA18BF1F7}" type="presOf" srcId="{EBDCC637-2B09-4065-BF55-8CD06B1CD6BC}" destId="{D98E904E-F141-4CC9-A91E-6C2598F2BCE4}" srcOrd="0" destOrd="0" presId="urn:microsoft.com/office/officeart/2005/8/layout/hierarchy1"/>
    <dgm:cxn modelId="{BB5672CC-83D4-4291-B707-7FD62370C685}" srcId="{EBDCC637-2B09-4065-BF55-8CD06B1CD6BC}" destId="{0994DAAB-F1CE-4041-9C58-D33BC0A5A107}" srcOrd="0" destOrd="0" parTransId="{10EE8875-418B-48C2-955D-0A56B701DE90}" sibTransId="{CB65CC29-BD06-41AD-AEB1-2F9E841F6B57}"/>
    <dgm:cxn modelId="{C6E0A5CE-5C83-4431-9699-58787D219C63}" type="presParOf" srcId="{D98E904E-F141-4CC9-A91E-6C2598F2BCE4}" destId="{57A46126-71DB-40ED-9F9A-9F8E60A2EF7B}" srcOrd="0" destOrd="0" presId="urn:microsoft.com/office/officeart/2005/8/layout/hierarchy1"/>
    <dgm:cxn modelId="{BD079D14-53A9-4670-88DE-83180D500A9E}" type="presParOf" srcId="{57A46126-71DB-40ED-9F9A-9F8E60A2EF7B}" destId="{06D57C86-BDF7-4A82-B231-5AC9BDF41B87}" srcOrd="0" destOrd="0" presId="urn:microsoft.com/office/officeart/2005/8/layout/hierarchy1"/>
    <dgm:cxn modelId="{9E54EB52-0F2E-4341-A6FA-81840385E1D3}" type="presParOf" srcId="{06D57C86-BDF7-4A82-B231-5AC9BDF41B87}" destId="{D4A128F2-3357-4FF5-BDB3-0D64DF6DF4C3}" srcOrd="0" destOrd="0" presId="urn:microsoft.com/office/officeart/2005/8/layout/hierarchy1"/>
    <dgm:cxn modelId="{A950D322-C496-439E-81D7-4F90206DD437}" type="presParOf" srcId="{06D57C86-BDF7-4A82-B231-5AC9BDF41B87}" destId="{1C152C16-0DC8-412A-A73B-9EC4C1834EDF}" srcOrd="1" destOrd="0" presId="urn:microsoft.com/office/officeart/2005/8/layout/hierarchy1"/>
    <dgm:cxn modelId="{BA2F195E-32D8-4AD5-BBD3-4491A8D6C564}" type="presParOf" srcId="{57A46126-71DB-40ED-9F9A-9F8E60A2EF7B}" destId="{2B9EC373-DAFF-4B2D-B4CF-0CC04A3CB333}" srcOrd="1" destOrd="0" presId="urn:microsoft.com/office/officeart/2005/8/layout/hierarchy1"/>
    <dgm:cxn modelId="{6B01A318-C4ED-45A1-AFF0-B0F9428FDD32}" type="presParOf" srcId="{D98E904E-F141-4CC9-A91E-6C2598F2BCE4}" destId="{4DD9CFFF-BECC-4C3F-8E1F-18B5102FCD1E}" srcOrd="1" destOrd="0" presId="urn:microsoft.com/office/officeart/2005/8/layout/hierarchy1"/>
    <dgm:cxn modelId="{0FD923A0-96A8-4C47-AD39-942EE9F9913A}" type="presParOf" srcId="{4DD9CFFF-BECC-4C3F-8E1F-18B5102FCD1E}" destId="{F600A10A-246B-4E60-84F1-4033B079476C}" srcOrd="0" destOrd="0" presId="urn:microsoft.com/office/officeart/2005/8/layout/hierarchy1"/>
    <dgm:cxn modelId="{E61DDC1B-8BD2-41A1-A69A-6C1724747CF4}" type="presParOf" srcId="{F600A10A-246B-4E60-84F1-4033B079476C}" destId="{D3E27AC6-136B-43B7-915D-97BA4FB3E4AF}" srcOrd="0" destOrd="0" presId="urn:microsoft.com/office/officeart/2005/8/layout/hierarchy1"/>
    <dgm:cxn modelId="{65D3542C-D26C-4A37-9E5E-4C4B6379B9BA}" type="presParOf" srcId="{F600A10A-246B-4E60-84F1-4033B079476C}" destId="{6958D425-05F6-4A44-AE07-9D260EB5074E}" srcOrd="1" destOrd="0" presId="urn:microsoft.com/office/officeart/2005/8/layout/hierarchy1"/>
    <dgm:cxn modelId="{33E8DD37-9038-4BC7-9733-DB38F7C134F3}" type="presParOf" srcId="{4DD9CFFF-BECC-4C3F-8E1F-18B5102FCD1E}" destId="{5EEA8C4F-6570-4D61-805A-EA481BA08078}" srcOrd="1" destOrd="0" presId="urn:microsoft.com/office/officeart/2005/8/layout/hierarchy1"/>
    <dgm:cxn modelId="{3F75326D-FB7B-48DE-BF9C-CE7D9457CDA5}" type="presParOf" srcId="{D98E904E-F141-4CC9-A91E-6C2598F2BCE4}" destId="{3E4D5103-5A6D-49DE-B2B1-BA2F8D807863}" srcOrd="2" destOrd="0" presId="urn:microsoft.com/office/officeart/2005/8/layout/hierarchy1"/>
    <dgm:cxn modelId="{F2CEAC6B-3D63-408F-82F1-F3A45F4B3AD1}" type="presParOf" srcId="{3E4D5103-5A6D-49DE-B2B1-BA2F8D807863}" destId="{E0EEDDB5-9E5D-4D64-BAC2-AB5A6B3EE00D}" srcOrd="0" destOrd="0" presId="urn:microsoft.com/office/officeart/2005/8/layout/hierarchy1"/>
    <dgm:cxn modelId="{571395F8-E4DD-4501-9ECD-46D7C02EE1A8}" type="presParOf" srcId="{E0EEDDB5-9E5D-4D64-BAC2-AB5A6B3EE00D}" destId="{1179CD3B-3C56-4777-9F27-9FA17BFCFAA2}" srcOrd="0" destOrd="0" presId="urn:microsoft.com/office/officeart/2005/8/layout/hierarchy1"/>
    <dgm:cxn modelId="{B84A5C16-C47D-4070-A444-0765739C4A3A}" type="presParOf" srcId="{E0EEDDB5-9E5D-4D64-BAC2-AB5A6B3EE00D}" destId="{14C66AA2-5ECC-4931-BDD8-BD380DC34DC5}" srcOrd="1" destOrd="0" presId="urn:microsoft.com/office/officeart/2005/8/layout/hierarchy1"/>
    <dgm:cxn modelId="{2B9D7F27-E166-40D8-ACD8-5D130199DD6D}" type="presParOf" srcId="{3E4D5103-5A6D-49DE-B2B1-BA2F8D807863}" destId="{B1D2713E-36AA-4E23-9424-D275B27C84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DCC637-2B09-4065-BF55-8CD06B1CD6B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94DAAB-F1CE-4041-9C58-D33BC0A5A107}">
      <dgm:prSet custT="1"/>
      <dgm:spPr/>
      <dgm:t>
        <a:bodyPr/>
        <a:lstStyle/>
        <a:p>
          <a:r>
            <a:rPr lang="en-US" sz="2000" dirty="0"/>
            <a:t>Circuit design </a:t>
          </a:r>
        </a:p>
      </dgm:t>
    </dgm:pt>
    <dgm:pt modelId="{10EE8875-418B-48C2-955D-0A56B701DE90}" type="parTrans" cxnId="{BB5672CC-83D4-4291-B707-7FD62370C685}">
      <dgm:prSet/>
      <dgm:spPr/>
      <dgm:t>
        <a:bodyPr/>
        <a:lstStyle/>
        <a:p>
          <a:endParaRPr lang="en-US" sz="2000"/>
        </a:p>
      </dgm:t>
    </dgm:pt>
    <dgm:pt modelId="{CB65CC29-BD06-41AD-AEB1-2F9E841F6B57}" type="sibTrans" cxnId="{BB5672CC-83D4-4291-B707-7FD62370C685}">
      <dgm:prSet/>
      <dgm:spPr/>
      <dgm:t>
        <a:bodyPr/>
        <a:lstStyle/>
        <a:p>
          <a:endParaRPr lang="en-US" sz="2000"/>
        </a:p>
      </dgm:t>
    </dgm:pt>
    <dgm:pt modelId="{E9F36BA2-13B7-4A5F-9A12-6F1A7A854A05}">
      <dgm:prSet custT="1"/>
      <dgm:spPr/>
      <dgm:t>
        <a:bodyPr/>
        <a:lstStyle/>
        <a:p>
          <a:r>
            <a:rPr lang="en-US" sz="2000" dirty="0"/>
            <a:t>Circuit Testing</a:t>
          </a:r>
        </a:p>
      </dgm:t>
    </dgm:pt>
    <dgm:pt modelId="{1E670021-FD4F-4AC1-A435-D590F88EE86B}" type="parTrans" cxnId="{6D392893-F05C-400F-8390-02492EB12AA2}">
      <dgm:prSet/>
      <dgm:spPr/>
      <dgm:t>
        <a:bodyPr/>
        <a:lstStyle/>
        <a:p>
          <a:endParaRPr lang="en-US" sz="2000"/>
        </a:p>
      </dgm:t>
    </dgm:pt>
    <dgm:pt modelId="{40ADCC3F-BF12-4487-8519-45C07E7E4269}" type="sibTrans" cxnId="{6D392893-F05C-400F-8390-02492EB12AA2}">
      <dgm:prSet/>
      <dgm:spPr/>
      <dgm:t>
        <a:bodyPr/>
        <a:lstStyle/>
        <a:p>
          <a:endParaRPr lang="en-US" sz="2000"/>
        </a:p>
      </dgm:t>
    </dgm:pt>
    <dgm:pt modelId="{71BBBE62-A345-42E7-A9B6-CE11AF3EE9D8}">
      <dgm:prSet custT="1"/>
      <dgm:spPr/>
      <dgm:t>
        <a:bodyPr/>
        <a:lstStyle/>
        <a:p>
          <a:r>
            <a:rPr lang="en-US" sz="2000" dirty="0"/>
            <a:t>UART communication</a:t>
          </a:r>
        </a:p>
      </dgm:t>
    </dgm:pt>
    <dgm:pt modelId="{704FC276-6937-4A59-A2E7-1891BCA345BA}" type="parTrans" cxnId="{91FEF676-9E20-4E6E-819B-6187171E342B}">
      <dgm:prSet/>
      <dgm:spPr/>
      <dgm:t>
        <a:bodyPr/>
        <a:lstStyle/>
        <a:p>
          <a:endParaRPr lang="en-US" sz="2000"/>
        </a:p>
      </dgm:t>
    </dgm:pt>
    <dgm:pt modelId="{85663C54-FC45-4C43-9944-7A00BABA70AE}" type="sibTrans" cxnId="{91FEF676-9E20-4E6E-819B-6187171E342B}">
      <dgm:prSet/>
      <dgm:spPr/>
      <dgm:t>
        <a:bodyPr/>
        <a:lstStyle/>
        <a:p>
          <a:endParaRPr lang="en-US" sz="2000"/>
        </a:p>
      </dgm:t>
    </dgm:pt>
    <dgm:pt modelId="{D98E904E-F141-4CC9-A91E-6C2598F2BCE4}" type="pres">
      <dgm:prSet presAssocID="{EBDCC637-2B09-4065-BF55-8CD06B1CD6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A46126-71DB-40ED-9F9A-9F8E60A2EF7B}" type="pres">
      <dgm:prSet presAssocID="{0994DAAB-F1CE-4041-9C58-D33BC0A5A107}" presName="hierRoot1" presStyleCnt="0"/>
      <dgm:spPr/>
    </dgm:pt>
    <dgm:pt modelId="{06D57C86-BDF7-4A82-B231-5AC9BDF41B87}" type="pres">
      <dgm:prSet presAssocID="{0994DAAB-F1CE-4041-9C58-D33BC0A5A107}" presName="composite" presStyleCnt="0"/>
      <dgm:spPr/>
    </dgm:pt>
    <dgm:pt modelId="{D4A128F2-3357-4FF5-BDB3-0D64DF6DF4C3}" type="pres">
      <dgm:prSet presAssocID="{0994DAAB-F1CE-4041-9C58-D33BC0A5A107}" presName="background" presStyleLbl="node0" presStyleIdx="0" presStyleCnt="3"/>
      <dgm:spPr/>
    </dgm:pt>
    <dgm:pt modelId="{1C152C16-0DC8-412A-A73B-9EC4C1834EDF}" type="pres">
      <dgm:prSet presAssocID="{0994DAAB-F1CE-4041-9C58-D33BC0A5A107}" presName="text" presStyleLbl="fgAcc0" presStyleIdx="0" presStyleCnt="3">
        <dgm:presLayoutVars>
          <dgm:chPref val="3"/>
        </dgm:presLayoutVars>
      </dgm:prSet>
      <dgm:spPr/>
    </dgm:pt>
    <dgm:pt modelId="{2B9EC373-DAFF-4B2D-B4CF-0CC04A3CB333}" type="pres">
      <dgm:prSet presAssocID="{0994DAAB-F1CE-4041-9C58-D33BC0A5A107}" presName="hierChild2" presStyleCnt="0"/>
      <dgm:spPr/>
    </dgm:pt>
    <dgm:pt modelId="{4DD9CFFF-BECC-4C3F-8E1F-18B5102FCD1E}" type="pres">
      <dgm:prSet presAssocID="{E9F36BA2-13B7-4A5F-9A12-6F1A7A854A05}" presName="hierRoot1" presStyleCnt="0"/>
      <dgm:spPr/>
    </dgm:pt>
    <dgm:pt modelId="{F600A10A-246B-4E60-84F1-4033B079476C}" type="pres">
      <dgm:prSet presAssocID="{E9F36BA2-13B7-4A5F-9A12-6F1A7A854A05}" presName="composite" presStyleCnt="0"/>
      <dgm:spPr/>
    </dgm:pt>
    <dgm:pt modelId="{D3E27AC6-136B-43B7-915D-97BA4FB3E4AF}" type="pres">
      <dgm:prSet presAssocID="{E9F36BA2-13B7-4A5F-9A12-6F1A7A854A05}" presName="background" presStyleLbl="node0" presStyleIdx="1" presStyleCnt="3"/>
      <dgm:spPr/>
    </dgm:pt>
    <dgm:pt modelId="{6958D425-05F6-4A44-AE07-9D260EB5074E}" type="pres">
      <dgm:prSet presAssocID="{E9F36BA2-13B7-4A5F-9A12-6F1A7A854A05}" presName="text" presStyleLbl="fgAcc0" presStyleIdx="1" presStyleCnt="3">
        <dgm:presLayoutVars>
          <dgm:chPref val="3"/>
        </dgm:presLayoutVars>
      </dgm:prSet>
      <dgm:spPr/>
    </dgm:pt>
    <dgm:pt modelId="{5EEA8C4F-6570-4D61-805A-EA481BA08078}" type="pres">
      <dgm:prSet presAssocID="{E9F36BA2-13B7-4A5F-9A12-6F1A7A854A05}" presName="hierChild2" presStyleCnt="0"/>
      <dgm:spPr/>
    </dgm:pt>
    <dgm:pt modelId="{3E4D5103-5A6D-49DE-B2B1-BA2F8D807863}" type="pres">
      <dgm:prSet presAssocID="{71BBBE62-A345-42E7-A9B6-CE11AF3EE9D8}" presName="hierRoot1" presStyleCnt="0"/>
      <dgm:spPr/>
    </dgm:pt>
    <dgm:pt modelId="{E0EEDDB5-9E5D-4D64-BAC2-AB5A6B3EE00D}" type="pres">
      <dgm:prSet presAssocID="{71BBBE62-A345-42E7-A9B6-CE11AF3EE9D8}" presName="composite" presStyleCnt="0"/>
      <dgm:spPr/>
    </dgm:pt>
    <dgm:pt modelId="{1179CD3B-3C56-4777-9F27-9FA17BFCFAA2}" type="pres">
      <dgm:prSet presAssocID="{71BBBE62-A345-42E7-A9B6-CE11AF3EE9D8}" presName="background" presStyleLbl="node0" presStyleIdx="2" presStyleCnt="3"/>
      <dgm:spPr/>
    </dgm:pt>
    <dgm:pt modelId="{14C66AA2-5ECC-4931-BDD8-BD380DC34DC5}" type="pres">
      <dgm:prSet presAssocID="{71BBBE62-A345-42E7-A9B6-CE11AF3EE9D8}" presName="text" presStyleLbl="fgAcc0" presStyleIdx="2" presStyleCnt="3">
        <dgm:presLayoutVars>
          <dgm:chPref val="3"/>
        </dgm:presLayoutVars>
      </dgm:prSet>
      <dgm:spPr/>
    </dgm:pt>
    <dgm:pt modelId="{B1D2713E-36AA-4E23-9424-D275B27C8412}" type="pres">
      <dgm:prSet presAssocID="{71BBBE62-A345-42E7-A9B6-CE11AF3EE9D8}" presName="hierChild2" presStyleCnt="0"/>
      <dgm:spPr/>
    </dgm:pt>
  </dgm:ptLst>
  <dgm:cxnLst>
    <dgm:cxn modelId="{2879693C-72D9-454F-901E-738BCBD1E5B6}" type="presOf" srcId="{E9F36BA2-13B7-4A5F-9A12-6F1A7A854A05}" destId="{6958D425-05F6-4A44-AE07-9D260EB5074E}" srcOrd="0" destOrd="0" presId="urn:microsoft.com/office/officeart/2005/8/layout/hierarchy1"/>
    <dgm:cxn modelId="{91FEF676-9E20-4E6E-819B-6187171E342B}" srcId="{EBDCC637-2B09-4065-BF55-8CD06B1CD6BC}" destId="{71BBBE62-A345-42E7-A9B6-CE11AF3EE9D8}" srcOrd="2" destOrd="0" parTransId="{704FC276-6937-4A59-A2E7-1891BCA345BA}" sibTransId="{85663C54-FC45-4C43-9944-7A00BABA70AE}"/>
    <dgm:cxn modelId="{E86CB28C-569C-4314-B3F3-DB7CCF4C8239}" type="presOf" srcId="{0994DAAB-F1CE-4041-9C58-D33BC0A5A107}" destId="{1C152C16-0DC8-412A-A73B-9EC4C1834EDF}" srcOrd="0" destOrd="0" presId="urn:microsoft.com/office/officeart/2005/8/layout/hierarchy1"/>
    <dgm:cxn modelId="{6D392893-F05C-400F-8390-02492EB12AA2}" srcId="{EBDCC637-2B09-4065-BF55-8CD06B1CD6BC}" destId="{E9F36BA2-13B7-4A5F-9A12-6F1A7A854A05}" srcOrd="1" destOrd="0" parTransId="{1E670021-FD4F-4AC1-A435-D590F88EE86B}" sibTransId="{40ADCC3F-BF12-4487-8519-45C07E7E4269}"/>
    <dgm:cxn modelId="{B1B135B9-2E21-4271-8BFB-C64D006248EE}" type="presOf" srcId="{71BBBE62-A345-42E7-A9B6-CE11AF3EE9D8}" destId="{14C66AA2-5ECC-4931-BDD8-BD380DC34DC5}" srcOrd="0" destOrd="0" presId="urn:microsoft.com/office/officeart/2005/8/layout/hierarchy1"/>
    <dgm:cxn modelId="{07DD8ECA-0259-41A8-AD2D-26ECA18BF1F7}" type="presOf" srcId="{EBDCC637-2B09-4065-BF55-8CD06B1CD6BC}" destId="{D98E904E-F141-4CC9-A91E-6C2598F2BCE4}" srcOrd="0" destOrd="0" presId="urn:microsoft.com/office/officeart/2005/8/layout/hierarchy1"/>
    <dgm:cxn modelId="{BB5672CC-83D4-4291-B707-7FD62370C685}" srcId="{EBDCC637-2B09-4065-BF55-8CD06B1CD6BC}" destId="{0994DAAB-F1CE-4041-9C58-D33BC0A5A107}" srcOrd="0" destOrd="0" parTransId="{10EE8875-418B-48C2-955D-0A56B701DE90}" sibTransId="{CB65CC29-BD06-41AD-AEB1-2F9E841F6B57}"/>
    <dgm:cxn modelId="{C6E0A5CE-5C83-4431-9699-58787D219C63}" type="presParOf" srcId="{D98E904E-F141-4CC9-A91E-6C2598F2BCE4}" destId="{57A46126-71DB-40ED-9F9A-9F8E60A2EF7B}" srcOrd="0" destOrd="0" presId="urn:microsoft.com/office/officeart/2005/8/layout/hierarchy1"/>
    <dgm:cxn modelId="{BD079D14-53A9-4670-88DE-83180D500A9E}" type="presParOf" srcId="{57A46126-71DB-40ED-9F9A-9F8E60A2EF7B}" destId="{06D57C86-BDF7-4A82-B231-5AC9BDF41B87}" srcOrd="0" destOrd="0" presId="urn:microsoft.com/office/officeart/2005/8/layout/hierarchy1"/>
    <dgm:cxn modelId="{9E54EB52-0F2E-4341-A6FA-81840385E1D3}" type="presParOf" srcId="{06D57C86-BDF7-4A82-B231-5AC9BDF41B87}" destId="{D4A128F2-3357-4FF5-BDB3-0D64DF6DF4C3}" srcOrd="0" destOrd="0" presId="urn:microsoft.com/office/officeart/2005/8/layout/hierarchy1"/>
    <dgm:cxn modelId="{A950D322-C496-439E-81D7-4F90206DD437}" type="presParOf" srcId="{06D57C86-BDF7-4A82-B231-5AC9BDF41B87}" destId="{1C152C16-0DC8-412A-A73B-9EC4C1834EDF}" srcOrd="1" destOrd="0" presId="urn:microsoft.com/office/officeart/2005/8/layout/hierarchy1"/>
    <dgm:cxn modelId="{BA2F195E-32D8-4AD5-BBD3-4491A8D6C564}" type="presParOf" srcId="{57A46126-71DB-40ED-9F9A-9F8E60A2EF7B}" destId="{2B9EC373-DAFF-4B2D-B4CF-0CC04A3CB333}" srcOrd="1" destOrd="0" presId="urn:microsoft.com/office/officeart/2005/8/layout/hierarchy1"/>
    <dgm:cxn modelId="{6B01A318-C4ED-45A1-AFF0-B0F9428FDD32}" type="presParOf" srcId="{D98E904E-F141-4CC9-A91E-6C2598F2BCE4}" destId="{4DD9CFFF-BECC-4C3F-8E1F-18B5102FCD1E}" srcOrd="1" destOrd="0" presId="urn:microsoft.com/office/officeart/2005/8/layout/hierarchy1"/>
    <dgm:cxn modelId="{0FD923A0-96A8-4C47-AD39-942EE9F9913A}" type="presParOf" srcId="{4DD9CFFF-BECC-4C3F-8E1F-18B5102FCD1E}" destId="{F600A10A-246B-4E60-84F1-4033B079476C}" srcOrd="0" destOrd="0" presId="urn:microsoft.com/office/officeart/2005/8/layout/hierarchy1"/>
    <dgm:cxn modelId="{E61DDC1B-8BD2-41A1-A69A-6C1724747CF4}" type="presParOf" srcId="{F600A10A-246B-4E60-84F1-4033B079476C}" destId="{D3E27AC6-136B-43B7-915D-97BA4FB3E4AF}" srcOrd="0" destOrd="0" presId="urn:microsoft.com/office/officeart/2005/8/layout/hierarchy1"/>
    <dgm:cxn modelId="{65D3542C-D26C-4A37-9E5E-4C4B6379B9BA}" type="presParOf" srcId="{F600A10A-246B-4E60-84F1-4033B079476C}" destId="{6958D425-05F6-4A44-AE07-9D260EB5074E}" srcOrd="1" destOrd="0" presId="urn:microsoft.com/office/officeart/2005/8/layout/hierarchy1"/>
    <dgm:cxn modelId="{33E8DD37-9038-4BC7-9733-DB38F7C134F3}" type="presParOf" srcId="{4DD9CFFF-BECC-4C3F-8E1F-18B5102FCD1E}" destId="{5EEA8C4F-6570-4D61-805A-EA481BA08078}" srcOrd="1" destOrd="0" presId="urn:microsoft.com/office/officeart/2005/8/layout/hierarchy1"/>
    <dgm:cxn modelId="{3F75326D-FB7B-48DE-BF9C-CE7D9457CDA5}" type="presParOf" srcId="{D98E904E-F141-4CC9-A91E-6C2598F2BCE4}" destId="{3E4D5103-5A6D-49DE-B2B1-BA2F8D807863}" srcOrd="2" destOrd="0" presId="urn:microsoft.com/office/officeart/2005/8/layout/hierarchy1"/>
    <dgm:cxn modelId="{F2CEAC6B-3D63-408F-82F1-F3A45F4B3AD1}" type="presParOf" srcId="{3E4D5103-5A6D-49DE-B2B1-BA2F8D807863}" destId="{E0EEDDB5-9E5D-4D64-BAC2-AB5A6B3EE00D}" srcOrd="0" destOrd="0" presId="urn:microsoft.com/office/officeart/2005/8/layout/hierarchy1"/>
    <dgm:cxn modelId="{571395F8-E4DD-4501-9ECD-46D7C02EE1A8}" type="presParOf" srcId="{E0EEDDB5-9E5D-4D64-BAC2-AB5A6B3EE00D}" destId="{1179CD3B-3C56-4777-9F27-9FA17BFCFAA2}" srcOrd="0" destOrd="0" presId="urn:microsoft.com/office/officeart/2005/8/layout/hierarchy1"/>
    <dgm:cxn modelId="{B84A5C16-C47D-4070-A444-0765739C4A3A}" type="presParOf" srcId="{E0EEDDB5-9E5D-4D64-BAC2-AB5A6B3EE00D}" destId="{14C66AA2-5ECC-4931-BDD8-BD380DC34DC5}" srcOrd="1" destOrd="0" presId="urn:microsoft.com/office/officeart/2005/8/layout/hierarchy1"/>
    <dgm:cxn modelId="{2B9D7F27-E166-40D8-ACD8-5D130199DD6D}" type="presParOf" srcId="{3E4D5103-5A6D-49DE-B2B1-BA2F8D807863}" destId="{B1D2713E-36AA-4E23-9424-D275B27C84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BDCC637-2B09-4065-BF55-8CD06B1CD6B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94DAAB-F1CE-4041-9C58-D33BC0A5A107}">
      <dgm:prSet custT="1"/>
      <dgm:spPr/>
      <dgm:t>
        <a:bodyPr/>
        <a:lstStyle/>
        <a:p>
          <a:r>
            <a:rPr lang="en-US" sz="2000" dirty="0"/>
            <a:t>Calibration of Sensors </a:t>
          </a:r>
        </a:p>
      </dgm:t>
    </dgm:pt>
    <dgm:pt modelId="{10EE8875-418B-48C2-955D-0A56B701DE90}" type="parTrans" cxnId="{BB5672CC-83D4-4291-B707-7FD62370C685}">
      <dgm:prSet/>
      <dgm:spPr/>
      <dgm:t>
        <a:bodyPr/>
        <a:lstStyle/>
        <a:p>
          <a:endParaRPr lang="en-US" sz="2000"/>
        </a:p>
      </dgm:t>
    </dgm:pt>
    <dgm:pt modelId="{CB65CC29-BD06-41AD-AEB1-2F9E841F6B57}" type="sibTrans" cxnId="{BB5672CC-83D4-4291-B707-7FD62370C685}">
      <dgm:prSet/>
      <dgm:spPr/>
      <dgm:t>
        <a:bodyPr/>
        <a:lstStyle/>
        <a:p>
          <a:endParaRPr lang="en-US" sz="2000"/>
        </a:p>
      </dgm:t>
    </dgm:pt>
    <dgm:pt modelId="{E9F36BA2-13B7-4A5F-9A12-6F1A7A854A05}">
      <dgm:prSet custT="1"/>
      <dgm:spPr/>
      <dgm:t>
        <a:bodyPr/>
        <a:lstStyle/>
        <a:p>
          <a:r>
            <a:rPr lang="en-US" sz="2000" dirty="0"/>
            <a:t>Documentation and Presentation </a:t>
          </a:r>
        </a:p>
      </dgm:t>
    </dgm:pt>
    <dgm:pt modelId="{1E670021-FD4F-4AC1-A435-D590F88EE86B}" type="parTrans" cxnId="{6D392893-F05C-400F-8390-02492EB12AA2}">
      <dgm:prSet/>
      <dgm:spPr/>
      <dgm:t>
        <a:bodyPr/>
        <a:lstStyle/>
        <a:p>
          <a:endParaRPr lang="en-US" sz="2000"/>
        </a:p>
      </dgm:t>
    </dgm:pt>
    <dgm:pt modelId="{40ADCC3F-BF12-4487-8519-45C07E7E4269}" type="sibTrans" cxnId="{6D392893-F05C-400F-8390-02492EB12AA2}">
      <dgm:prSet/>
      <dgm:spPr/>
      <dgm:t>
        <a:bodyPr/>
        <a:lstStyle/>
        <a:p>
          <a:endParaRPr lang="en-US" sz="2000"/>
        </a:p>
      </dgm:t>
    </dgm:pt>
    <dgm:pt modelId="{71BBBE62-A345-42E7-A9B6-CE11AF3EE9D8}">
      <dgm:prSet custT="1"/>
      <dgm:spPr/>
      <dgm:t>
        <a:bodyPr/>
        <a:lstStyle/>
        <a:p>
          <a:r>
            <a:rPr lang="en-US" sz="2000" dirty="0"/>
            <a:t>FreeRTOS </a:t>
          </a:r>
        </a:p>
      </dgm:t>
    </dgm:pt>
    <dgm:pt modelId="{704FC276-6937-4A59-A2E7-1891BCA345BA}" type="parTrans" cxnId="{91FEF676-9E20-4E6E-819B-6187171E342B}">
      <dgm:prSet/>
      <dgm:spPr/>
      <dgm:t>
        <a:bodyPr/>
        <a:lstStyle/>
        <a:p>
          <a:endParaRPr lang="en-US" sz="2000"/>
        </a:p>
      </dgm:t>
    </dgm:pt>
    <dgm:pt modelId="{85663C54-FC45-4C43-9944-7A00BABA70AE}" type="sibTrans" cxnId="{91FEF676-9E20-4E6E-819B-6187171E342B}">
      <dgm:prSet/>
      <dgm:spPr/>
      <dgm:t>
        <a:bodyPr/>
        <a:lstStyle/>
        <a:p>
          <a:endParaRPr lang="en-US" sz="2000"/>
        </a:p>
      </dgm:t>
    </dgm:pt>
    <dgm:pt modelId="{D98E904E-F141-4CC9-A91E-6C2598F2BCE4}" type="pres">
      <dgm:prSet presAssocID="{EBDCC637-2B09-4065-BF55-8CD06B1CD6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A46126-71DB-40ED-9F9A-9F8E60A2EF7B}" type="pres">
      <dgm:prSet presAssocID="{0994DAAB-F1CE-4041-9C58-D33BC0A5A107}" presName="hierRoot1" presStyleCnt="0"/>
      <dgm:spPr/>
    </dgm:pt>
    <dgm:pt modelId="{06D57C86-BDF7-4A82-B231-5AC9BDF41B87}" type="pres">
      <dgm:prSet presAssocID="{0994DAAB-F1CE-4041-9C58-D33BC0A5A107}" presName="composite" presStyleCnt="0"/>
      <dgm:spPr/>
    </dgm:pt>
    <dgm:pt modelId="{D4A128F2-3357-4FF5-BDB3-0D64DF6DF4C3}" type="pres">
      <dgm:prSet presAssocID="{0994DAAB-F1CE-4041-9C58-D33BC0A5A107}" presName="background" presStyleLbl="node0" presStyleIdx="0" presStyleCnt="3"/>
      <dgm:spPr/>
    </dgm:pt>
    <dgm:pt modelId="{1C152C16-0DC8-412A-A73B-9EC4C1834EDF}" type="pres">
      <dgm:prSet presAssocID="{0994DAAB-F1CE-4041-9C58-D33BC0A5A107}" presName="text" presStyleLbl="fgAcc0" presStyleIdx="0" presStyleCnt="3">
        <dgm:presLayoutVars>
          <dgm:chPref val="3"/>
        </dgm:presLayoutVars>
      </dgm:prSet>
      <dgm:spPr/>
    </dgm:pt>
    <dgm:pt modelId="{2B9EC373-DAFF-4B2D-B4CF-0CC04A3CB333}" type="pres">
      <dgm:prSet presAssocID="{0994DAAB-F1CE-4041-9C58-D33BC0A5A107}" presName="hierChild2" presStyleCnt="0"/>
      <dgm:spPr/>
    </dgm:pt>
    <dgm:pt modelId="{4DD9CFFF-BECC-4C3F-8E1F-18B5102FCD1E}" type="pres">
      <dgm:prSet presAssocID="{E9F36BA2-13B7-4A5F-9A12-6F1A7A854A05}" presName="hierRoot1" presStyleCnt="0"/>
      <dgm:spPr/>
    </dgm:pt>
    <dgm:pt modelId="{F600A10A-246B-4E60-84F1-4033B079476C}" type="pres">
      <dgm:prSet presAssocID="{E9F36BA2-13B7-4A5F-9A12-6F1A7A854A05}" presName="composite" presStyleCnt="0"/>
      <dgm:spPr/>
    </dgm:pt>
    <dgm:pt modelId="{D3E27AC6-136B-43B7-915D-97BA4FB3E4AF}" type="pres">
      <dgm:prSet presAssocID="{E9F36BA2-13B7-4A5F-9A12-6F1A7A854A05}" presName="background" presStyleLbl="node0" presStyleIdx="1" presStyleCnt="3"/>
      <dgm:spPr/>
    </dgm:pt>
    <dgm:pt modelId="{6958D425-05F6-4A44-AE07-9D260EB5074E}" type="pres">
      <dgm:prSet presAssocID="{E9F36BA2-13B7-4A5F-9A12-6F1A7A854A05}" presName="text" presStyleLbl="fgAcc0" presStyleIdx="1" presStyleCnt="3">
        <dgm:presLayoutVars>
          <dgm:chPref val="3"/>
        </dgm:presLayoutVars>
      </dgm:prSet>
      <dgm:spPr/>
    </dgm:pt>
    <dgm:pt modelId="{5EEA8C4F-6570-4D61-805A-EA481BA08078}" type="pres">
      <dgm:prSet presAssocID="{E9F36BA2-13B7-4A5F-9A12-6F1A7A854A05}" presName="hierChild2" presStyleCnt="0"/>
      <dgm:spPr/>
    </dgm:pt>
    <dgm:pt modelId="{3E4D5103-5A6D-49DE-B2B1-BA2F8D807863}" type="pres">
      <dgm:prSet presAssocID="{71BBBE62-A345-42E7-A9B6-CE11AF3EE9D8}" presName="hierRoot1" presStyleCnt="0"/>
      <dgm:spPr/>
    </dgm:pt>
    <dgm:pt modelId="{E0EEDDB5-9E5D-4D64-BAC2-AB5A6B3EE00D}" type="pres">
      <dgm:prSet presAssocID="{71BBBE62-A345-42E7-A9B6-CE11AF3EE9D8}" presName="composite" presStyleCnt="0"/>
      <dgm:spPr/>
    </dgm:pt>
    <dgm:pt modelId="{1179CD3B-3C56-4777-9F27-9FA17BFCFAA2}" type="pres">
      <dgm:prSet presAssocID="{71BBBE62-A345-42E7-A9B6-CE11AF3EE9D8}" presName="background" presStyleLbl="node0" presStyleIdx="2" presStyleCnt="3"/>
      <dgm:spPr/>
    </dgm:pt>
    <dgm:pt modelId="{14C66AA2-5ECC-4931-BDD8-BD380DC34DC5}" type="pres">
      <dgm:prSet presAssocID="{71BBBE62-A345-42E7-A9B6-CE11AF3EE9D8}" presName="text" presStyleLbl="fgAcc0" presStyleIdx="2" presStyleCnt="3" custLinFactNeighborX="-2065" custLinFactNeighborY="-1084">
        <dgm:presLayoutVars>
          <dgm:chPref val="3"/>
        </dgm:presLayoutVars>
      </dgm:prSet>
      <dgm:spPr/>
    </dgm:pt>
    <dgm:pt modelId="{B1D2713E-36AA-4E23-9424-D275B27C8412}" type="pres">
      <dgm:prSet presAssocID="{71BBBE62-A345-42E7-A9B6-CE11AF3EE9D8}" presName="hierChild2" presStyleCnt="0"/>
      <dgm:spPr/>
    </dgm:pt>
  </dgm:ptLst>
  <dgm:cxnLst>
    <dgm:cxn modelId="{2879693C-72D9-454F-901E-738BCBD1E5B6}" type="presOf" srcId="{E9F36BA2-13B7-4A5F-9A12-6F1A7A854A05}" destId="{6958D425-05F6-4A44-AE07-9D260EB5074E}" srcOrd="0" destOrd="0" presId="urn:microsoft.com/office/officeart/2005/8/layout/hierarchy1"/>
    <dgm:cxn modelId="{91FEF676-9E20-4E6E-819B-6187171E342B}" srcId="{EBDCC637-2B09-4065-BF55-8CD06B1CD6BC}" destId="{71BBBE62-A345-42E7-A9B6-CE11AF3EE9D8}" srcOrd="2" destOrd="0" parTransId="{704FC276-6937-4A59-A2E7-1891BCA345BA}" sibTransId="{85663C54-FC45-4C43-9944-7A00BABA70AE}"/>
    <dgm:cxn modelId="{E86CB28C-569C-4314-B3F3-DB7CCF4C8239}" type="presOf" srcId="{0994DAAB-F1CE-4041-9C58-D33BC0A5A107}" destId="{1C152C16-0DC8-412A-A73B-9EC4C1834EDF}" srcOrd="0" destOrd="0" presId="urn:microsoft.com/office/officeart/2005/8/layout/hierarchy1"/>
    <dgm:cxn modelId="{6D392893-F05C-400F-8390-02492EB12AA2}" srcId="{EBDCC637-2B09-4065-BF55-8CD06B1CD6BC}" destId="{E9F36BA2-13B7-4A5F-9A12-6F1A7A854A05}" srcOrd="1" destOrd="0" parTransId="{1E670021-FD4F-4AC1-A435-D590F88EE86B}" sibTransId="{40ADCC3F-BF12-4487-8519-45C07E7E4269}"/>
    <dgm:cxn modelId="{B1B135B9-2E21-4271-8BFB-C64D006248EE}" type="presOf" srcId="{71BBBE62-A345-42E7-A9B6-CE11AF3EE9D8}" destId="{14C66AA2-5ECC-4931-BDD8-BD380DC34DC5}" srcOrd="0" destOrd="0" presId="urn:microsoft.com/office/officeart/2005/8/layout/hierarchy1"/>
    <dgm:cxn modelId="{07DD8ECA-0259-41A8-AD2D-26ECA18BF1F7}" type="presOf" srcId="{EBDCC637-2B09-4065-BF55-8CD06B1CD6BC}" destId="{D98E904E-F141-4CC9-A91E-6C2598F2BCE4}" srcOrd="0" destOrd="0" presId="urn:microsoft.com/office/officeart/2005/8/layout/hierarchy1"/>
    <dgm:cxn modelId="{BB5672CC-83D4-4291-B707-7FD62370C685}" srcId="{EBDCC637-2B09-4065-BF55-8CD06B1CD6BC}" destId="{0994DAAB-F1CE-4041-9C58-D33BC0A5A107}" srcOrd="0" destOrd="0" parTransId="{10EE8875-418B-48C2-955D-0A56B701DE90}" sibTransId="{CB65CC29-BD06-41AD-AEB1-2F9E841F6B57}"/>
    <dgm:cxn modelId="{C6E0A5CE-5C83-4431-9699-58787D219C63}" type="presParOf" srcId="{D98E904E-F141-4CC9-A91E-6C2598F2BCE4}" destId="{57A46126-71DB-40ED-9F9A-9F8E60A2EF7B}" srcOrd="0" destOrd="0" presId="urn:microsoft.com/office/officeart/2005/8/layout/hierarchy1"/>
    <dgm:cxn modelId="{BD079D14-53A9-4670-88DE-83180D500A9E}" type="presParOf" srcId="{57A46126-71DB-40ED-9F9A-9F8E60A2EF7B}" destId="{06D57C86-BDF7-4A82-B231-5AC9BDF41B87}" srcOrd="0" destOrd="0" presId="urn:microsoft.com/office/officeart/2005/8/layout/hierarchy1"/>
    <dgm:cxn modelId="{9E54EB52-0F2E-4341-A6FA-81840385E1D3}" type="presParOf" srcId="{06D57C86-BDF7-4A82-B231-5AC9BDF41B87}" destId="{D4A128F2-3357-4FF5-BDB3-0D64DF6DF4C3}" srcOrd="0" destOrd="0" presId="urn:microsoft.com/office/officeart/2005/8/layout/hierarchy1"/>
    <dgm:cxn modelId="{A950D322-C496-439E-81D7-4F90206DD437}" type="presParOf" srcId="{06D57C86-BDF7-4A82-B231-5AC9BDF41B87}" destId="{1C152C16-0DC8-412A-A73B-9EC4C1834EDF}" srcOrd="1" destOrd="0" presId="urn:microsoft.com/office/officeart/2005/8/layout/hierarchy1"/>
    <dgm:cxn modelId="{BA2F195E-32D8-4AD5-BBD3-4491A8D6C564}" type="presParOf" srcId="{57A46126-71DB-40ED-9F9A-9F8E60A2EF7B}" destId="{2B9EC373-DAFF-4B2D-B4CF-0CC04A3CB333}" srcOrd="1" destOrd="0" presId="urn:microsoft.com/office/officeart/2005/8/layout/hierarchy1"/>
    <dgm:cxn modelId="{6B01A318-C4ED-45A1-AFF0-B0F9428FDD32}" type="presParOf" srcId="{D98E904E-F141-4CC9-A91E-6C2598F2BCE4}" destId="{4DD9CFFF-BECC-4C3F-8E1F-18B5102FCD1E}" srcOrd="1" destOrd="0" presId="urn:microsoft.com/office/officeart/2005/8/layout/hierarchy1"/>
    <dgm:cxn modelId="{0FD923A0-96A8-4C47-AD39-942EE9F9913A}" type="presParOf" srcId="{4DD9CFFF-BECC-4C3F-8E1F-18B5102FCD1E}" destId="{F600A10A-246B-4E60-84F1-4033B079476C}" srcOrd="0" destOrd="0" presId="urn:microsoft.com/office/officeart/2005/8/layout/hierarchy1"/>
    <dgm:cxn modelId="{E61DDC1B-8BD2-41A1-A69A-6C1724747CF4}" type="presParOf" srcId="{F600A10A-246B-4E60-84F1-4033B079476C}" destId="{D3E27AC6-136B-43B7-915D-97BA4FB3E4AF}" srcOrd="0" destOrd="0" presId="urn:microsoft.com/office/officeart/2005/8/layout/hierarchy1"/>
    <dgm:cxn modelId="{65D3542C-D26C-4A37-9E5E-4C4B6379B9BA}" type="presParOf" srcId="{F600A10A-246B-4E60-84F1-4033B079476C}" destId="{6958D425-05F6-4A44-AE07-9D260EB5074E}" srcOrd="1" destOrd="0" presId="urn:microsoft.com/office/officeart/2005/8/layout/hierarchy1"/>
    <dgm:cxn modelId="{33E8DD37-9038-4BC7-9733-DB38F7C134F3}" type="presParOf" srcId="{4DD9CFFF-BECC-4C3F-8E1F-18B5102FCD1E}" destId="{5EEA8C4F-6570-4D61-805A-EA481BA08078}" srcOrd="1" destOrd="0" presId="urn:microsoft.com/office/officeart/2005/8/layout/hierarchy1"/>
    <dgm:cxn modelId="{3F75326D-FB7B-48DE-BF9C-CE7D9457CDA5}" type="presParOf" srcId="{D98E904E-F141-4CC9-A91E-6C2598F2BCE4}" destId="{3E4D5103-5A6D-49DE-B2B1-BA2F8D807863}" srcOrd="2" destOrd="0" presId="urn:microsoft.com/office/officeart/2005/8/layout/hierarchy1"/>
    <dgm:cxn modelId="{F2CEAC6B-3D63-408F-82F1-F3A45F4B3AD1}" type="presParOf" srcId="{3E4D5103-5A6D-49DE-B2B1-BA2F8D807863}" destId="{E0EEDDB5-9E5D-4D64-BAC2-AB5A6B3EE00D}" srcOrd="0" destOrd="0" presId="urn:microsoft.com/office/officeart/2005/8/layout/hierarchy1"/>
    <dgm:cxn modelId="{571395F8-E4DD-4501-9ECD-46D7C02EE1A8}" type="presParOf" srcId="{E0EEDDB5-9E5D-4D64-BAC2-AB5A6B3EE00D}" destId="{1179CD3B-3C56-4777-9F27-9FA17BFCFAA2}" srcOrd="0" destOrd="0" presId="urn:microsoft.com/office/officeart/2005/8/layout/hierarchy1"/>
    <dgm:cxn modelId="{B84A5C16-C47D-4070-A444-0765739C4A3A}" type="presParOf" srcId="{E0EEDDB5-9E5D-4D64-BAC2-AB5A6B3EE00D}" destId="{14C66AA2-5ECC-4931-BDD8-BD380DC34DC5}" srcOrd="1" destOrd="0" presId="urn:microsoft.com/office/officeart/2005/8/layout/hierarchy1"/>
    <dgm:cxn modelId="{2B9D7F27-E166-40D8-ACD8-5D130199DD6D}" type="presParOf" srcId="{3E4D5103-5A6D-49DE-B2B1-BA2F8D807863}" destId="{B1D2713E-36AA-4E23-9424-D275B27C84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7BF5353-7065-47CB-9634-E14B447626E3}" type="doc">
      <dgm:prSet loTypeId="urn:microsoft.com/office/officeart/2018/2/layout/IconCircle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D2AE23D-B005-42F3-8145-78527BFDF4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FreeRTOS task-based embedded design</a:t>
          </a:r>
        </a:p>
      </dgm:t>
    </dgm:pt>
    <dgm:pt modelId="{DCE5E3E1-C50C-48D1-B36D-BCE5A601EFD4}" type="parTrans" cxnId="{23DE72D2-3740-440E-9184-4C5A5CC44D99}">
      <dgm:prSet/>
      <dgm:spPr/>
      <dgm:t>
        <a:bodyPr/>
        <a:lstStyle/>
        <a:p>
          <a:endParaRPr lang="en-US" sz="2000"/>
        </a:p>
      </dgm:t>
    </dgm:pt>
    <dgm:pt modelId="{D8553CC3-B0AA-4D81-9EB8-EAA0FD35AABB}" type="sibTrans" cxnId="{23DE72D2-3740-440E-9184-4C5A5CC44D99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3DB33EB3-C039-4EF6-9361-E78FE9DB403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ADC signal processing</a:t>
          </a:r>
        </a:p>
      </dgm:t>
    </dgm:pt>
    <dgm:pt modelId="{A1D0EAFB-387F-4217-AF74-6190AC725507}" type="parTrans" cxnId="{05632020-E6DA-4878-90A5-5AC86C250A2E}">
      <dgm:prSet/>
      <dgm:spPr/>
      <dgm:t>
        <a:bodyPr/>
        <a:lstStyle/>
        <a:p>
          <a:endParaRPr lang="en-US" sz="2000"/>
        </a:p>
      </dgm:t>
    </dgm:pt>
    <dgm:pt modelId="{6A9D40C1-7F32-4A4C-91C3-C3B725B9A19F}" type="sibTrans" cxnId="{05632020-E6DA-4878-90A5-5AC86C250A2E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EBA2169-EC61-4C62-8D85-962A41B3F0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Embedded-to-cloud communication</a:t>
          </a:r>
        </a:p>
      </dgm:t>
    </dgm:pt>
    <dgm:pt modelId="{9DFED06A-4E88-43CF-84F3-27724EC6F3F8}" type="parTrans" cxnId="{CA75D223-69BA-4EDB-A504-BC21FFDBFFF0}">
      <dgm:prSet/>
      <dgm:spPr/>
      <dgm:t>
        <a:bodyPr/>
        <a:lstStyle/>
        <a:p>
          <a:endParaRPr lang="en-US" sz="2000"/>
        </a:p>
      </dgm:t>
    </dgm:pt>
    <dgm:pt modelId="{401D9D96-9E23-430E-BE4F-038C9611B695}" type="sibTrans" cxnId="{CA75D223-69BA-4EDB-A504-BC21FFDBFFF0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B44078C2-E1CE-421B-B9EB-FC20A5173D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Real-time system integration</a:t>
          </a:r>
        </a:p>
      </dgm:t>
    </dgm:pt>
    <dgm:pt modelId="{244B120B-EA84-4646-8814-4E53FE69F470}" type="parTrans" cxnId="{F620BB71-A5A5-471D-A235-4405AB95349E}">
      <dgm:prSet/>
      <dgm:spPr/>
      <dgm:t>
        <a:bodyPr/>
        <a:lstStyle/>
        <a:p>
          <a:endParaRPr lang="en-US" sz="2000"/>
        </a:p>
      </dgm:t>
    </dgm:pt>
    <dgm:pt modelId="{30CDF1CB-A9B2-44B4-9549-1F15CDC94F90}" type="sibTrans" cxnId="{F620BB71-A5A5-471D-A235-4405AB95349E}">
      <dgm:prSet/>
      <dgm:spPr/>
      <dgm:t>
        <a:bodyPr/>
        <a:lstStyle/>
        <a:p>
          <a:endParaRPr lang="en-US" sz="2000"/>
        </a:p>
      </dgm:t>
    </dgm:pt>
    <dgm:pt modelId="{22E05C4D-376D-4E43-8B63-9425354B096B}" type="pres">
      <dgm:prSet presAssocID="{87BF5353-7065-47CB-9634-E14B447626E3}" presName="root" presStyleCnt="0">
        <dgm:presLayoutVars>
          <dgm:dir/>
          <dgm:resizeHandles val="exact"/>
        </dgm:presLayoutVars>
      </dgm:prSet>
      <dgm:spPr/>
    </dgm:pt>
    <dgm:pt modelId="{40F5BE09-58F3-4986-9D28-55251C3B32F7}" type="pres">
      <dgm:prSet presAssocID="{87BF5353-7065-47CB-9634-E14B447626E3}" presName="container" presStyleCnt="0">
        <dgm:presLayoutVars>
          <dgm:dir/>
          <dgm:resizeHandles val="exact"/>
        </dgm:presLayoutVars>
      </dgm:prSet>
      <dgm:spPr/>
    </dgm:pt>
    <dgm:pt modelId="{BCF69B76-4EF8-448C-99A0-0E47027D0784}" type="pres">
      <dgm:prSet presAssocID="{CD2AE23D-B005-42F3-8145-78527BFDF477}" presName="compNode" presStyleCnt="0"/>
      <dgm:spPr/>
    </dgm:pt>
    <dgm:pt modelId="{0E67A8DE-BB1F-43EC-AA06-798CE45A2FC1}" type="pres">
      <dgm:prSet presAssocID="{CD2AE23D-B005-42F3-8145-78527BFDF477}" presName="iconBgRect" presStyleLbl="bgShp" presStyleIdx="0" presStyleCnt="4"/>
      <dgm:spPr/>
    </dgm:pt>
    <dgm:pt modelId="{D15956BC-D484-4633-A970-B26EB6B1FDE1}" type="pres">
      <dgm:prSet presAssocID="{CD2AE23D-B005-42F3-8145-78527BFDF4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172AB44-7482-4D71-81F7-5C7256EB57A6}" type="pres">
      <dgm:prSet presAssocID="{CD2AE23D-B005-42F3-8145-78527BFDF477}" presName="spaceRect" presStyleCnt="0"/>
      <dgm:spPr/>
    </dgm:pt>
    <dgm:pt modelId="{29321A81-F4C2-410E-8984-46CF2D58980D}" type="pres">
      <dgm:prSet presAssocID="{CD2AE23D-B005-42F3-8145-78527BFDF477}" presName="textRect" presStyleLbl="revTx" presStyleIdx="0" presStyleCnt="4">
        <dgm:presLayoutVars>
          <dgm:chMax val="1"/>
          <dgm:chPref val="1"/>
        </dgm:presLayoutVars>
      </dgm:prSet>
      <dgm:spPr/>
    </dgm:pt>
    <dgm:pt modelId="{86DA8DB0-BFD3-4743-8782-AFEFB222084C}" type="pres">
      <dgm:prSet presAssocID="{D8553CC3-B0AA-4D81-9EB8-EAA0FD35AABB}" presName="sibTrans" presStyleLbl="sibTrans2D1" presStyleIdx="0" presStyleCnt="0"/>
      <dgm:spPr/>
    </dgm:pt>
    <dgm:pt modelId="{34480818-DAFA-4DA4-82BA-14422DA02CA9}" type="pres">
      <dgm:prSet presAssocID="{3DB33EB3-C039-4EF6-9361-E78FE9DB4037}" presName="compNode" presStyleCnt="0"/>
      <dgm:spPr/>
    </dgm:pt>
    <dgm:pt modelId="{17282A0A-8162-49B1-B47A-551ED385C8AD}" type="pres">
      <dgm:prSet presAssocID="{3DB33EB3-C039-4EF6-9361-E78FE9DB4037}" presName="iconBgRect" presStyleLbl="bgShp" presStyleIdx="1" presStyleCnt="4"/>
      <dgm:spPr/>
    </dgm:pt>
    <dgm:pt modelId="{390EADA2-778A-4FFB-AA88-089FC5A5BF8E}" type="pres">
      <dgm:prSet presAssocID="{3DB33EB3-C039-4EF6-9361-E78FE9DB40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3BFC5AD-823F-4477-AE2C-C87D02742589}" type="pres">
      <dgm:prSet presAssocID="{3DB33EB3-C039-4EF6-9361-E78FE9DB4037}" presName="spaceRect" presStyleCnt="0"/>
      <dgm:spPr/>
    </dgm:pt>
    <dgm:pt modelId="{A2B3E52A-BAF4-4680-B9B2-3301C661268F}" type="pres">
      <dgm:prSet presAssocID="{3DB33EB3-C039-4EF6-9361-E78FE9DB4037}" presName="textRect" presStyleLbl="revTx" presStyleIdx="1" presStyleCnt="4">
        <dgm:presLayoutVars>
          <dgm:chMax val="1"/>
          <dgm:chPref val="1"/>
        </dgm:presLayoutVars>
      </dgm:prSet>
      <dgm:spPr/>
    </dgm:pt>
    <dgm:pt modelId="{72A8B421-61D0-4DC1-8AC5-D6C049A1EBFA}" type="pres">
      <dgm:prSet presAssocID="{6A9D40C1-7F32-4A4C-91C3-C3B725B9A19F}" presName="sibTrans" presStyleLbl="sibTrans2D1" presStyleIdx="0" presStyleCnt="0"/>
      <dgm:spPr/>
    </dgm:pt>
    <dgm:pt modelId="{136200D7-9BF9-4A4A-9CFE-26D227D7F583}" type="pres">
      <dgm:prSet presAssocID="{1EBA2169-EC61-4C62-8D85-962A41B3F01B}" presName="compNode" presStyleCnt="0"/>
      <dgm:spPr/>
    </dgm:pt>
    <dgm:pt modelId="{B47160F9-AD37-4D14-8B06-C5134F1ECB91}" type="pres">
      <dgm:prSet presAssocID="{1EBA2169-EC61-4C62-8D85-962A41B3F01B}" presName="iconBgRect" presStyleLbl="bgShp" presStyleIdx="2" presStyleCnt="4"/>
      <dgm:spPr/>
    </dgm:pt>
    <dgm:pt modelId="{8D26DB09-28CB-4C60-B9CE-41E859FABB8A}" type="pres">
      <dgm:prSet presAssocID="{1EBA2169-EC61-4C62-8D85-962A41B3F0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3A4E064-2944-465C-915B-56103275AE58}" type="pres">
      <dgm:prSet presAssocID="{1EBA2169-EC61-4C62-8D85-962A41B3F01B}" presName="spaceRect" presStyleCnt="0"/>
      <dgm:spPr/>
    </dgm:pt>
    <dgm:pt modelId="{F8C91710-4CCD-484D-84AC-3FC9D9ED3B45}" type="pres">
      <dgm:prSet presAssocID="{1EBA2169-EC61-4C62-8D85-962A41B3F01B}" presName="textRect" presStyleLbl="revTx" presStyleIdx="2" presStyleCnt="4">
        <dgm:presLayoutVars>
          <dgm:chMax val="1"/>
          <dgm:chPref val="1"/>
        </dgm:presLayoutVars>
      </dgm:prSet>
      <dgm:spPr/>
    </dgm:pt>
    <dgm:pt modelId="{3904820E-B1F3-49E9-AD9B-1DCB9926A2CD}" type="pres">
      <dgm:prSet presAssocID="{401D9D96-9E23-430E-BE4F-038C9611B695}" presName="sibTrans" presStyleLbl="sibTrans2D1" presStyleIdx="0" presStyleCnt="0"/>
      <dgm:spPr/>
    </dgm:pt>
    <dgm:pt modelId="{0D8571A9-5F2D-41CE-8429-F9A69994761A}" type="pres">
      <dgm:prSet presAssocID="{B44078C2-E1CE-421B-B9EB-FC20A5173DD4}" presName="compNode" presStyleCnt="0"/>
      <dgm:spPr/>
    </dgm:pt>
    <dgm:pt modelId="{CF31B5A2-2052-43D3-BDCF-C54C46A6DF4A}" type="pres">
      <dgm:prSet presAssocID="{B44078C2-E1CE-421B-B9EB-FC20A5173DD4}" presName="iconBgRect" presStyleLbl="bgShp" presStyleIdx="3" presStyleCnt="4"/>
      <dgm:spPr/>
    </dgm:pt>
    <dgm:pt modelId="{A9CF9D44-0ABB-49C2-9585-03793C3FD285}" type="pres">
      <dgm:prSet presAssocID="{B44078C2-E1CE-421B-B9EB-FC20A5173DD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30925C0-5279-4631-BE09-F7567004994A}" type="pres">
      <dgm:prSet presAssocID="{B44078C2-E1CE-421B-B9EB-FC20A5173DD4}" presName="spaceRect" presStyleCnt="0"/>
      <dgm:spPr/>
    </dgm:pt>
    <dgm:pt modelId="{92DFEB1D-4AF4-4AFF-9681-112AA1D85A8B}" type="pres">
      <dgm:prSet presAssocID="{B44078C2-E1CE-421B-B9EB-FC20A5173DD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632020-E6DA-4878-90A5-5AC86C250A2E}" srcId="{87BF5353-7065-47CB-9634-E14B447626E3}" destId="{3DB33EB3-C039-4EF6-9361-E78FE9DB4037}" srcOrd="1" destOrd="0" parTransId="{A1D0EAFB-387F-4217-AF74-6190AC725507}" sibTransId="{6A9D40C1-7F32-4A4C-91C3-C3B725B9A19F}"/>
    <dgm:cxn modelId="{CA75D223-69BA-4EDB-A504-BC21FFDBFFF0}" srcId="{87BF5353-7065-47CB-9634-E14B447626E3}" destId="{1EBA2169-EC61-4C62-8D85-962A41B3F01B}" srcOrd="2" destOrd="0" parTransId="{9DFED06A-4E88-43CF-84F3-27724EC6F3F8}" sibTransId="{401D9D96-9E23-430E-BE4F-038C9611B695}"/>
    <dgm:cxn modelId="{97541D28-020C-480D-9AAC-A6D9B9C8DA8A}" type="presOf" srcId="{87BF5353-7065-47CB-9634-E14B447626E3}" destId="{22E05C4D-376D-4E43-8B63-9425354B096B}" srcOrd="0" destOrd="0" presId="urn:microsoft.com/office/officeart/2018/2/layout/IconCircleList"/>
    <dgm:cxn modelId="{CBB84342-754F-40E5-8B46-C8E451BB21B1}" type="presOf" srcId="{401D9D96-9E23-430E-BE4F-038C9611B695}" destId="{3904820E-B1F3-49E9-AD9B-1DCB9926A2CD}" srcOrd="0" destOrd="0" presId="urn:microsoft.com/office/officeart/2018/2/layout/IconCircleList"/>
    <dgm:cxn modelId="{F620BB71-A5A5-471D-A235-4405AB95349E}" srcId="{87BF5353-7065-47CB-9634-E14B447626E3}" destId="{B44078C2-E1CE-421B-B9EB-FC20A5173DD4}" srcOrd="3" destOrd="0" parTransId="{244B120B-EA84-4646-8814-4E53FE69F470}" sibTransId="{30CDF1CB-A9B2-44B4-9549-1F15CDC94F90}"/>
    <dgm:cxn modelId="{E2C3BCA9-1BBF-42A5-8CBA-922D42849914}" type="presOf" srcId="{3DB33EB3-C039-4EF6-9361-E78FE9DB4037}" destId="{A2B3E52A-BAF4-4680-B9B2-3301C661268F}" srcOrd="0" destOrd="0" presId="urn:microsoft.com/office/officeart/2018/2/layout/IconCircleList"/>
    <dgm:cxn modelId="{9A919AC1-C88B-4AA2-9AE8-26662F087746}" type="presOf" srcId="{1EBA2169-EC61-4C62-8D85-962A41B3F01B}" destId="{F8C91710-4CCD-484D-84AC-3FC9D9ED3B45}" srcOrd="0" destOrd="0" presId="urn:microsoft.com/office/officeart/2018/2/layout/IconCircleList"/>
    <dgm:cxn modelId="{833564C5-B3B3-4471-AA7B-09A3CEC350B9}" type="presOf" srcId="{CD2AE23D-B005-42F3-8145-78527BFDF477}" destId="{29321A81-F4C2-410E-8984-46CF2D58980D}" srcOrd="0" destOrd="0" presId="urn:microsoft.com/office/officeart/2018/2/layout/IconCircleList"/>
    <dgm:cxn modelId="{23DE72D2-3740-440E-9184-4C5A5CC44D99}" srcId="{87BF5353-7065-47CB-9634-E14B447626E3}" destId="{CD2AE23D-B005-42F3-8145-78527BFDF477}" srcOrd="0" destOrd="0" parTransId="{DCE5E3E1-C50C-48D1-B36D-BCE5A601EFD4}" sibTransId="{D8553CC3-B0AA-4D81-9EB8-EAA0FD35AABB}"/>
    <dgm:cxn modelId="{67197BE1-A06B-4840-AA27-4735728CA695}" type="presOf" srcId="{6A9D40C1-7F32-4A4C-91C3-C3B725B9A19F}" destId="{72A8B421-61D0-4DC1-8AC5-D6C049A1EBFA}" srcOrd="0" destOrd="0" presId="urn:microsoft.com/office/officeart/2018/2/layout/IconCircleList"/>
    <dgm:cxn modelId="{F91AE4EF-6234-41EF-9749-F0DFCC4A685C}" type="presOf" srcId="{D8553CC3-B0AA-4D81-9EB8-EAA0FD35AABB}" destId="{86DA8DB0-BFD3-4743-8782-AFEFB222084C}" srcOrd="0" destOrd="0" presId="urn:microsoft.com/office/officeart/2018/2/layout/IconCircleList"/>
    <dgm:cxn modelId="{CF1237F5-0B48-4B03-9309-E408C73ACD93}" type="presOf" srcId="{B44078C2-E1CE-421B-B9EB-FC20A5173DD4}" destId="{92DFEB1D-4AF4-4AFF-9681-112AA1D85A8B}" srcOrd="0" destOrd="0" presId="urn:microsoft.com/office/officeart/2018/2/layout/IconCircleList"/>
    <dgm:cxn modelId="{EF6E870D-8F65-451A-9E14-42A2FE45FE7C}" type="presParOf" srcId="{22E05C4D-376D-4E43-8B63-9425354B096B}" destId="{40F5BE09-58F3-4986-9D28-55251C3B32F7}" srcOrd="0" destOrd="0" presId="urn:microsoft.com/office/officeart/2018/2/layout/IconCircleList"/>
    <dgm:cxn modelId="{BD50088A-ADC4-4041-8C42-9BE30BD20916}" type="presParOf" srcId="{40F5BE09-58F3-4986-9D28-55251C3B32F7}" destId="{BCF69B76-4EF8-448C-99A0-0E47027D0784}" srcOrd="0" destOrd="0" presId="urn:microsoft.com/office/officeart/2018/2/layout/IconCircleList"/>
    <dgm:cxn modelId="{00E688E0-605A-4418-98FF-2A32DAE86ACE}" type="presParOf" srcId="{BCF69B76-4EF8-448C-99A0-0E47027D0784}" destId="{0E67A8DE-BB1F-43EC-AA06-798CE45A2FC1}" srcOrd="0" destOrd="0" presId="urn:microsoft.com/office/officeart/2018/2/layout/IconCircleList"/>
    <dgm:cxn modelId="{5E64DFEF-A835-4F08-8D6B-A623BF7CBD1E}" type="presParOf" srcId="{BCF69B76-4EF8-448C-99A0-0E47027D0784}" destId="{D15956BC-D484-4633-A970-B26EB6B1FDE1}" srcOrd="1" destOrd="0" presId="urn:microsoft.com/office/officeart/2018/2/layout/IconCircleList"/>
    <dgm:cxn modelId="{E0C4E78C-98D0-4D43-AAD0-C1BAA6BB5F14}" type="presParOf" srcId="{BCF69B76-4EF8-448C-99A0-0E47027D0784}" destId="{A172AB44-7482-4D71-81F7-5C7256EB57A6}" srcOrd="2" destOrd="0" presId="urn:microsoft.com/office/officeart/2018/2/layout/IconCircleList"/>
    <dgm:cxn modelId="{9EBA5B8D-F1B6-4141-AFB2-6E4E9C23872A}" type="presParOf" srcId="{BCF69B76-4EF8-448C-99A0-0E47027D0784}" destId="{29321A81-F4C2-410E-8984-46CF2D58980D}" srcOrd="3" destOrd="0" presId="urn:microsoft.com/office/officeart/2018/2/layout/IconCircleList"/>
    <dgm:cxn modelId="{CF30C38F-6331-4D7B-BC76-A25F29EDB8BD}" type="presParOf" srcId="{40F5BE09-58F3-4986-9D28-55251C3B32F7}" destId="{86DA8DB0-BFD3-4743-8782-AFEFB222084C}" srcOrd="1" destOrd="0" presId="urn:microsoft.com/office/officeart/2018/2/layout/IconCircleList"/>
    <dgm:cxn modelId="{5F079B4D-CBE9-4EB2-B5F9-369363CD9F5A}" type="presParOf" srcId="{40F5BE09-58F3-4986-9D28-55251C3B32F7}" destId="{34480818-DAFA-4DA4-82BA-14422DA02CA9}" srcOrd="2" destOrd="0" presId="urn:microsoft.com/office/officeart/2018/2/layout/IconCircleList"/>
    <dgm:cxn modelId="{18C5ECB1-7FF7-4329-971C-0FAB9574813B}" type="presParOf" srcId="{34480818-DAFA-4DA4-82BA-14422DA02CA9}" destId="{17282A0A-8162-49B1-B47A-551ED385C8AD}" srcOrd="0" destOrd="0" presId="urn:microsoft.com/office/officeart/2018/2/layout/IconCircleList"/>
    <dgm:cxn modelId="{43C6D0EA-9A4F-4A0C-8E76-488BC837C5FC}" type="presParOf" srcId="{34480818-DAFA-4DA4-82BA-14422DA02CA9}" destId="{390EADA2-778A-4FFB-AA88-089FC5A5BF8E}" srcOrd="1" destOrd="0" presId="urn:microsoft.com/office/officeart/2018/2/layout/IconCircleList"/>
    <dgm:cxn modelId="{0119C2D6-94C2-416C-9053-E1EF263E3986}" type="presParOf" srcId="{34480818-DAFA-4DA4-82BA-14422DA02CA9}" destId="{E3BFC5AD-823F-4477-AE2C-C87D02742589}" srcOrd="2" destOrd="0" presId="urn:microsoft.com/office/officeart/2018/2/layout/IconCircleList"/>
    <dgm:cxn modelId="{5B41B6AB-FE86-46F1-AA24-718DF36D272C}" type="presParOf" srcId="{34480818-DAFA-4DA4-82BA-14422DA02CA9}" destId="{A2B3E52A-BAF4-4680-B9B2-3301C661268F}" srcOrd="3" destOrd="0" presId="urn:microsoft.com/office/officeart/2018/2/layout/IconCircleList"/>
    <dgm:cxn modelId="{7361740B-EC74-4CA1-A0A0-6FDF49A88E39}" type="presParOf" srcId="{40F5BE09-58F3-4986-9D28-55251C3B32F7}" destId="{72A8B421-61D0-4DC1-8AC5-D6C049A1EBFA}" srcOrd="3" destOrd="0" presId="urn:microsoft.com/office/officeart/2018/2/layout/IconCircleList"/>
    <dgm:cxn modelId="{4F6BF396-1F90-4CC5-8DD4-E4CB3619F171}" type="presParOf" srcId="{40F5BE09-58F3-4986-9D28-55251C3B32F7}" destId="{136200D7-9BF9-4A4A-9CFE-26D227D7F583}" srcOrd="4" destOrd="0" presId="urn:microsoft.com/office/officeart/2018/2/layout/IconCircleList"/>
    <dgm:cxn modelId="{F0B482C0-EC5D-48F0-8BA4-B0FEF05A9893}" type="presParOf" srcId="{136200D7-9BF9-4A4A-9CFE-26D227D7F583}" destId="{B47160F9-AD37-4D14-8B06-C5134F1ECB91}" srcOrd="0" destOrd="0" presId="urn:microsoft.com/office/officeart/2018/2/layout/IconCircleList"/>
    <dgm:cxn modelId="{FB9C1CC4-AFF6-46C2-8956-C1EBCF6E9F50}" type="presParOf" srcId="{136200D7-9BF9-4A4A-9CFE-26D227D7F583}" destId="{8D26DB09-28CB-4C60-B9CE-41E859FABB8A}" srcOrd="1" destOrd="0" presId="urn:microsoft.com/office/officeart/2018/2/layout/IconCircleList"/>
    <dgm:cxn modelId="{F3E9195D-8E1E-44A6-9C70-BE1BB317439B}" type="presParOf" srcId="{136200D7-9BF9-4A4A-9CFE-26D227D7F583}" destId="{83A4E064-2944-465C-915B-56103275AE58}" srcOrd="2" destOrd="0" presId="urn:microsoft.com/office/officeart/2018/2/layout/IconCircleList"/>
    <dgm:cxn modelId="{DDA92FD6-CBBF-452F-9758-B0E861491FBB}" type="presParOf" srcId="{136200D7-9BF9-4A4A-9CFE-26D227D7F583}" destId="{F8C91710-4CCD-484D-84AC-3FC9D9ED3B45}" srcOrd="3" destOrd="0" presId="urn:microsoft.com/office/officeart/2018/2/layout/IconCircleList"/>
    <dgm:cxn modelId="{A2A21A87-229D-4182-89CA-C4335A06C6F7}" type="presParOf" srcId="{40F5BE09-58F3-4986-9D28-55251C3B32F7}" destId="{3904820E-B1F3-49E9-AD9B-1DCB9926A2CD}" srcOrd="5" destOrd="0" presId="urn:microsoft.com/office/officeart/2018/2/layout/IconCircleList"/>
    <dgm:cxn modelId="{F14D738F-80C8-4A49-B2F4-2816FEFC567A}" type="presParOf" srcId="{40F5BE09-58F3-4986-9D28-55251C3B32F7}" destId="{0D8571A9-5F2D-41CE-8429-F9A69994761A}" srcOrd="6" destOrd="0" presId="urn:microsoft.com/office/officeart/2018/2/layout/IconCircleList"/>
    <dgm:cxn modelId="{01426A6F-B4C6-4C3E-B66B-7722450479C5}" type="presParOf" srcId="{0D8571A9-5F2D-41CE-8429-F9A69994761A}" destId="{CF31B5A2-2052-43D3-BDCF-C54C46A6DF4A}" srcOrd="0" destOrd="0" presId="urn:microsoft.com/office/officeart/2018/2/layout/IconCircleList"/>
    <dgm:cxn modelId="{59B36592-A0DC-43FC-B1FF-7570CCE16C56}" type="presParOf" srcId="{0D8571A9-5F2D-41CE-8429-F9A69994761A}" destId="{A9CF9D44-0ABB-49C2-9585-03793C3FD285}" srcOrd="1" destOrd="0" presId="urn:microsoft.com/office/officeart/2018/2/layout/IconCircleList"/>
    <dgm:cxn modelId="{E7841723-82D0-43A6-AB2E-2EF1C03185A9}" type="presParOf" srcId="{0D8571A9-5F2D-41CE-8429-F9A69994761A}" destId="{630925C0-5279-4631-BE09-F7567004994A}" srcOrd="2" destOrd="0" presId="urn:microsoft.com/office/officeart/2018/2/layout/IconCircleList"/>
    <dgm:cxn modelId="{D76781D4-FDC2-455C-BBF4-5F7A3B027D3F}" type="presParOf" srcId="{0D8571A9-5F2D-41CE-8429-F9A69994761A}" destId="{92DFEB1D-4AF4-4AFF-9681-112AA1D85A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73E9C61-080D-431F-88FC-0E35BFECEFDB}" type="doc">
      <dgm:prSet loTypeId="urn:microsoft.com/office/officeart/2018/2/layout/IconCircle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A15778A-A684-4360-87DE-6A1E3BB98C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Successfully designed a smart energy monitoring system</a:t>
          </a:r>
        </a:p>
      </dgm:t>
    </dgm:pt>
    <dgm:pt modelId="{7EAEA854-2434-43F2-99E2-BDAECF4F7FFB}" type="parTrans" cxnId="{7DE95612-17B3-4188-9950-F30D6C1DCA94}">
      <dgm:prSet/>
      <dgm:spPr/>
      <dgm:t>
        <a:bodyPr/>
        <a:lstStyle/>
        <a:p>
          <a:endParaRPr lang="en-US" sz="2000"/>
        </a:p>
      </dgm:t>
    </dgm:pt>
    <dgm:pt modelId="{15CFAF6F-87D7-4268-BA37-9E1FA6FD6783}" type="sibTrans" cxnId="{7DE95612-17B3-4188-9950-F30D6C1DCA9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E41FA444-80B4-4F6F-BD7C-BC31A0DE86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Demonstrated real-time cloud-based billing</a:t>
          </a:r>
        </a:p>
      </dgm:t>
    </dgm:pt>
    <dgm:pt modelId="{53547E2A-CC5B-4608-B6EB-6BAFDA6B0653}" type="parTrans" cxnId="{12C0589D-A617-40FC-9124-97B7D10CFFBA}">
      <dgm:prSet/>
      <dgm:spPr/>
      <dgm:t>
        <a:bodyPr/>
        <a:lstStyle/>
        <a:p>
          <a:endParaRPr lang="en-US" sz="2000"/>
        </a:p>
      </dgm:t>
    </dgm:pt>
    <dgm:pt modelId="{24413D30-B826-4EA6-AA5C-1831CCA173C5}" type="sibTrans" cxnId="{12C0589D-A617-40FC-9124-97B7D10CFFBA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CA221FC-1A42-4C63-B87E-79DBF8A404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Project meets embedded system design objectives</a:t>
          </a:r>
        </a:p>
      </dgm:t>
    </dgm:pt>
    <dgm:pt modelId="{39421A01-2C06-455C-A39C-1575850FA408}" type="parTrans" cxnId="{0C022D7F-97BE-47E4-8B76-2F8F8041D804}">
      <dgm:prSet/>
      <dgm:spPr/>
      <dgm:t>
        <a:bodyPr/>
        <a:lstStyle/>
        <a:p>
          <a:endParaRPr lang="en-US" sz="2000"/>
        </a:p>
      </dgm:t>
    </dgm:pt>
    <dgm:pt modelId="{9AB16CD1-A121-4F9D-9888-95FBC1290CBD}" type="sibTrans" cxnId="{0C022D7F-97BE-47E4-8B76-2F8F8041D80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24DA803-31D2-4F35-ACFB-4F22B7A73C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Can be extended to smart grid applications</a:t>
          </a:r>
        </a:p>
      </dgm:t>
    </dgm:pt>
    <dgm:pt modelId="{0F0D7896-583D-409D-AF6F-E2E00392346E}" type="parTrans" cxnId="{12729C6F-885F-4BCA-A33D-B687C27DCB5A}">
      <dgm:prSet/>
      <dgm:spPr/>
      <dgm:t>
        <a:bodyPr/>
        <a:lstStyle/>
        <a:p>
          <a:endParaRPr lang="en-US" sz="2000"/>
        </a:p>
      </dgm:t>
    </dgm:pt>
    <dgm:pt modelId="{0D3372DD-76F2-481A-8DF4-6021F831EF4B}" type="sibTrans" cxnId="{12729C6F-885F-4BCA-A33D-B687C27DCB5A}">
      <dgm:prSet/>
      <dgm:spPr/>
      <dgm:t>
        <a:bodyPr/>
        <a:lstStyle/>
        <a:p>
          <a:endParaRPr lang="en-US" sz="2000"/>
        </a:p>
      </dgm:t>
    </dgm:pt>
    <dgm:pt modelId="{2A9E2677-0CFB-4F80-B143-0D54CD3F52C8}" type="pres">
      <dgm:prSet presAssocID="{873E9C61-080D-431F-88FC-0E35BFECEFDB}" presName="root" presStyleCnt="0">
        <dgm:presLayoutVars>
          <dgm:dir/>
          <dgm:resizeHandles val="exact"/>
        </dgm:presLayoutVars>
      </dgm:prSet>
      <dgm:spPr/>
    </dgm:pt>
    <dgm:pt modelId="{E1C291C0-B21F-4D98-A9E6-F73584BA9A9F}" type="pres">
      <dgm:prSet presAssocID="{873E9C61-080D-431F-88FC-0E35BFECEFDB}" presName="container" presStyleCnt="0">
        <dgm:presLayoutVars>
          <dgm:dir/>
          <dgm:resizeHandles val="exact"/>
        </dgm:presLayoutVars>
      </dgm:prSet>
      <dgm:spPr/>
    </dgm:pt>
    <dgm:pt modelId="{3D9FB499-6F25-4B6D-A431-66FA5983CADE}" type="pres">
      <dgm:prSet presAssocID="{AA15778A-A684-4360-87DE-6A1E3BB98CAE}" presName="compNode" presStyleCnt="0"/>
      <dgm:spPr/>
    </dgm:pt>
    <dgm:pt modelId="{0BC4FF97-FDED-4DB5-B434-C6272D158041}" type="pres">
      <dgm:prSet presAssocID="{AA15778A-A684-4360-87DE-6A1E3BB98CAE}" presName="iconBgRect" presStyleLbl="bgShp" presStyleIdx="0" presStyleCnt="4"/>
      <dgm:spPr/>
    </dgm:pt>
    <dgm:pt modelId="{00178859-DE1C-477C-A1C5-78388EC16ADC}" type="pres">
      <dgm:prSet presAssocID="{AA15778A-A684-4360-87DE-6A1E3BB98C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0B862744-331C-4A60-B8A3-361722454663}" type="pres">
      <dgm:prSet presAssocID="{AA15778A-A684-4360-87DE-6A1E3BB98CAE}" presName="spaceRect" presStyleCnt="0"/>
      <dgm:spPr/>
    </dgm:pt>
    <dgm:pt modelId="{105F6ADC-15E4-4CA2-B406-068D0F18556F}" type="pres">
      <dgm:prSet presAssocID="{AA15778A-A684-4360-87DE-6A1E3BB98CAE}" presName="textRect" presStyleLbl="revTx" presStyleIdx="0" presStyleCnt="4">
        <dgm:presLayoutVars>
          <dgm:chMax val="1"/>
          <dgm:chPref val="1"/>
        </dgm:presLayoutVars>
      </dgm:prSet>
      <dgm:spPr/>
    </dgm:pt>
    <dgm:pt modelId="{F9D85CBE-F21F-4771-AB4C-6343B3E3DE89}" type="pres">
      <dgm:prSet presAssocID="{15CFAF6F-87D7-4268-BA37-9E1FA6FD6783}" presName="sibTrans" presStyleLbl="sibTrans2D1" presStyleIdx="0" presStyleCnt="0"/>
      <dgm:spPr/>
    </dgm:pt>
    <dgm:pt modelId="{351556FC-0E1B-4725-84E3-2FD3E3910345}" type="pres">
      <dgm:prSet presAssocID="{E41FA444-80B4-4F6F-BD7C-BC31A0DE860E}" presName="compNode" presStyleCnt="0"/>
      <dgm:spPr/>
    </dgm:pt>
    <dgm:pt modelId="{C6BCC81C-93ED-447B-AA43-0869D11B26A3}" type="pres">
      <dgm:prSet presAssocID="{E41FA444-80B4-4F6F-BD7C-BC31A0DE860E}" presName="iconBgRect" presStyleLbl="bgShp" presStyleIdx="1" presStyleCnt="4"/>
      <dgm:spPr/>
    </dgm:pt>
    <dgm:pt modelId="{833389BE-B728-4D10-9EDB-7EBE6F1C49A4}" type="pres">
      <dgm:prSet presAssocID="{E41FA444-80B4-4F6F-BD7C-BC31A0DE86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FB03668D-0707-45E5-A2B5-F623028BE2E5}" type="pres">
      <dgm:prSet presAssocID="{E41FA444-80B4-4F6F-BD7C-BC31A0DE860E}" presName="spaceRect" presStyleCnt="0"/>
      <dgm:spPr/>
    </dgm:pt>
    <dgm:pt modelId="{C708F84D-5FFC-4841-A6F9-47F2AE0B5502}" type="pres">
      <dgm:prSet presAssocID="{E41FA444-80B4-4F6F-BD7C-BC31A0DE860E}" presName="textRect" presStyleLbl="revTx" presStyleIdx="1" presStyleCnt="4">
        <dgm:presLayoutVars>
          <dgm:chMax val="1"/>
          <dgm:chPref val="1"/>
        </dgm:presLayoutVars>
      </dgm:prSet>
      <dgm:spPr/>
    </dgm:pt>
    <dgm:pt modelId="{7ADC776F-5910-439C-BFE5-5F5D8C5A285C}" type="pres">
      <dgm:prSet presAssocID="{24413D30-B826-4EA6-AA5C-1831CCA173C5}" presName="sibTrans" presStyleLbl="sibTrans2D1" presStyleIdx="0" presStyleCnt="0"/>
      <dgm:spPr/>
    </dgm:pt>
    <dgm:pt modelId="{E402C6D0-3CCC-4593-B5C7-5FB16486996D}" type="pres">
      <dgm:prSet presAssocID="{DCA221FC-1A42-4C63-B87E-79DBF8A4042B}" presName="compNode" presStyleCnt="0"/>
      <dgm:spPr/>
    </dgm:pt>
    <dgm:pt modelId="{6079AD5C-CF7E-40BF-81E6-3AD90C887C9D}" type="pres">
      <dgm:prSet presAssocID="{DCA221FC-1A42-4C63-B87E-79DBF8A4042B}" presName="iconBgRect" presStyleLbl="bgShp" presStyleIdx="2" presStyleCnt="4"/>
      <dgm:spPr/>
    </dgm:pt>
    <dgm:pt modelId="{ADDE9516-19DB-4FF8-9AD5-5F0C1C6E0561}" type="pres">
      <dgm:prSet presAssocID="{DCA221FC-1A42-4C63-B87E-79DBF8A40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94014F3-51AE-4793-AEF3-F0FFBF97BD72}" type="pres">
      <dgm:prSet presAssocID="{DCA221FC-1A42-4C63-B87E-79DBF8A4042B}" presName="spaceRect" presStyleCnt="0"/>
      <dgm:spPr/>
    </dgm:pt>
    <dgm:pt modelId="{792AF4B4-0A15-4493-BF6C-CD51ECFD0514}" type="pres">
      <dgm:prSet presAssocID="{DCA221FC-1A42-4C63-B87E-79DBF8A4042B}" presName="textRect" presStyleLbl="revTx" presStyleIdx="2" presStyleCnt="4">
        <dgm:presLayoutVars>
          <dgm:chMax val="1"/>
          <dgm:chPref val="1"/>
        </dgm:presLayoutVars>
      </dgm:prSet>
      <dgm:spPr/>
    </dgm:pt>
    <dgm:pt modelId="{56A24475-73F6-4AD5-A377-3FD903762AEF}" type="pres">
      <dgm:prSet presAssocID="{9AB16CD1-A121-4F9D-9888-95FBC1290CBD}" presName="sibTrans" presStyleLbl="sibTrans2D1" presStyleIdx="0" presStyleCnt="0"/>
      <dgm:spPr/>
    </dgm:pt>
    <dgm:pt modelId="{E4903A05-5249-4497-B2C9-41EE70CECD29}" type="pres">
      <dgm:prSet presAssocID="{524DA803-31D2-4F35-ACFB-4F22B7A73C4F}" presName="compNode" presStyleCnt="0"/>
      <dgm:spPr/>
    </dgm:pt>
    <dgm:pt modelId="{BB9B21E1-DA46-4E83-B084-ADDD76851028}" type="pres">
      <dgm:prSet presAssocID="{524DA803-31D2-4F35-ACFB-4F22B7A73C4F}" presName="iconBgRect" presStyleLbl="bgShp" presStyleIdx="3" presStyleCnt="4"/>
      <dgm:spPr/>
    </dgm:pt>
    <dgm:pt modelId="{F66475A8-EFC6-487E-80BB-84BAEC338813}" type="pres">
      <dgm:prSet presAssocID="{524DA803-31D2-4F35-ACFB-4F22B7A73C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FBE0409D-4D53-4173-98BD-A7219D6FF3DE}" type="pres">
      <dgm:prSet presAssocID="{524DA803-31D2-4F35-ACFB-4F22B7A73C4F}" presName="spaceRect" presStyleCnt="0"/>
      <dgm:spPr/>
    </dgm:pt>
    <dgm:pt modelId="{A2D85D82-3C3F-474D-8DC0-1A33C9501347}" type="pres">
      <dgm:prSet presAssocID="{524DA803-31D2-4F35-ACFB-4F22B7A73C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E95612-17B3-4188-9950-F30D6C1DCA94}" srcId="{873E9C61-080D-431F-88FC-0E35BFECEFDB}" destId="{AA15778A-A684-4360-87DE-6A1E3BB98CAE}" srcOrd="0" destOrd="0" parTransId="{7EAEA854-2434-43F2-99E2-BDAECF4F7FFB}" sibTransId="{15CFAF6F-87D7-4268-BA37-9E1FA6FD6783}"/>
    <dgm:cxn modelId="{65C27B27-21BC-43AF-8EBE-F1D220369DF0}" type="presOf" srcId="{24413D30-B826-4EA6-AA5C-1831CCA173C5}" destId="{7ADC776F-5910-439C-BFE5-5F5D8C5A285C}" srcOrd="0" destOrd="0" presId="urn:microsoft.com/office/officeart/2018/2/layout/IconCircleList"/>
    <dgm:cxn modelId="{A9F74B41-D8C8-44D7-A2E1-091899E63C7A}" type="presOf" srcId="{AA15778A-A684-4360-87DE-6A1E3BB98CAE}" destId="{105F6ADC-15E4-4CA2-B406-068D0F18556F}" srcOrd="0" destOrd="0" presId="urn:microsoft.com/office/officeart/2018/2/layout/IconCircleList"/>
    <dgm:cxn modelId="{12729C6F-885F-4BCA-A33D-B687C27DCB5A}" srcId="{873E9C61-080D-431F-88FC-0E35BFECEFDB}" destId="{524DA803-31D2-4F35-ACFB-4F22B7A73C4F}" srcOrd="3" destOrd="0" parTransId="{0F0D7896-583D-409D-AF6F-E2E00392346E}" sibTransId="{0D3372DD-76F2-481A-8DF4-6021F831EF4B}"/>
    <dgm:cxn modelId="{0C022D7F-97BE-47E4-8B76-2F8F8041D804}" srcId="{873E9C61-080D-431F-88FC-0E35BFECEFDB}" destId="{DCA221FC-1A42-4C63-B87E-79DBF8A4042B}" srcOrd="2" destOrd="0" parTransId="{39421A01-2C06-455C-A39C-1575850FA408}" sibTransId="{9AB16CD1-A121-4F9D-9888-95FBC1290CBD}"/>
    <dgm:cxn modelId="{12C0589D-A617-40FC-9124-97B7D10CFFBA}" srcId="{873E9C61-080D-431F-88FC-0E35BFECEFDB}" destId="{E41FA444-80B4-4F6F-BD7C-BC31A0DE860E}" srcOrd="1" destOrd="0" parTransId="{53547E2A-CC5B-4608-B6EB-6BAFDA6B0653}" sibTransId="{24413D30-B826-4EA6-AA5C-1831CCA173C5}"/>
    <dgm:cxn modelId="{B9087EB9-6623-47E7-BFF2-D6C95324D9EE}" type="presOf" srcId="{DCA221FC-1A42-4C63-B87E-79DBF8A4042B}" destId="{792AF4B4-0A15-4493-BF6C-CD51ECFD0514}" srcOrd="0" destOrd="0" presId="urn:microsoft.com/office/officeart/2018/2/layout/IconCircleList"/>
    <dgm:cxn modelId="{6C5131C2-CAA8-408D-ABB7-A7F241ED03A0}" type="presOf" srcId="{524DA803-31D2-4F35-ACFB-4F22B7A73C4F}" destId="{A2D85D82-3C3F-474D-8DC0-1A33C9501347}" srcOrd="0" destOrd="0" presId="urn:microsoft.com/office/officeart/2018/2/layout/IconCircleList"/>
    <dgm:cxn modelId="{1FB4D3C4-57F7-42A0-954E-9E34832D897D}" type="presOf" srcId="{9AB16CD1-A121-4F9D-9888-95FBC1290CBD}" destId="{56A24475-73F6-4AD5-A377-3FD903762AEF}" srcOrd="0" destOrd="0" presId="urn:microsoft.com/office/officeart/2018/2/layout/IconCircleList"/>
    <dgm:cxn modelId="{7867B5C6-EACF-472F-8CA3-82FB5A6D51A3}" type="presOf" srcId="{E41FA444-80B4-4F6F-BD7C-BC31A0DE860E}" destId="{C708F84D-5FFC-4841-A6F9-47F2AE0B5502}" srcOrd="0" destOrd="0" presId="urn:microsoft.com/office/officeart/2018/2/layout/IconCircleList"/>
    <dgm:cxn modelId="{41E71EED-C401-44AE-8453-A668D7ADECDE}" type="presOf" srcId="{873E9C61-080D-431F-88FC-0E35BFECEFDB}" destId="{2A9E2677-0CFB-4F80-B143-0D54CD3F52C8}" srcOrd="0" destOrd="0" presId="urn:microsoft.com/office/officeart/2018/2/layout/IconCircleList"/>
    <dgm:cxn modelId="{8C6BC7EE-91A5-4D75-83F5-D07F818C67C6}" type="presOf" srcId="{15CFAF6F-87D7-4268-BA37-9E1FA6FD6783}" destId="{F9D85CBE-F21F-4771-AB4C-6343B3E3DE89}" srcOrd="0" destOrd="0" presId="urn:microsoft.com/office/officeart/2018/2/layout/IconCircleList"/>
    <dgm:cxn modelId="{E9BF1256-C355-43CF-8FF4-99D45BD78C97}" type="presParOf" srcId="{2A9E2677-0CFB-4F80-B143-0D54CD3F52C8}" destId="{E1C291C0-B21F-4D98-A9E6-F73584BA9A9F}" srcOrd="0" destOrd="0" presId="urn:microsoft.com/office/officeart/2018/2/layout/IconCircleList"/>
    <dgm:cxn modelId="{9E3B9F26-1013-4FC1-B86E-141B8FBF6D77}" type="presParOf" srcId="{E1C291C0-B21F-4D98-A9E6-F73584BA9A9F}" destId="{3D9FB499-6F25-4B6D-A431-66FA5983CADE}" srcOrd="0" destOrd="0" presId="urn:microsoft.com/office/officeart/2018/2/layout/IconCircleList"/>
    <dgm:cxn modelId="{58C7F4CC-6157-4E61-B988-CFFFEC4FCA8C}" type="presParOf" srcId="{3D9FB499-6F25-4B6D-A431-66FA5983CADE}" destId="{0BC4FF97-FDED-4DB5-B434-C6272D158041}" srcOrd="0" destOrd="0" presId="urn:microsoft.com/office/officeart/2018/2/layout/IconCircleList"/>
    <dgm:cxn modelId="{A3DAD27D-7191-4E48-9428-6D10C950A178}" type="presParOf" srcId="{3D9FB499-6F25-4B6D-A431-66FA5983CADE}" destId="{00178859-DE1C-477C-A1C5-78388EC16ADC}" srcOrd="1" destOrd="0" presId="urn:microsoft.com/office/officeart/2018/2/layout/IconCircleList"/>
    <dgm:cxn modelId="{D4FFB1FC-1AB9-4726-931D-FD9401B2DE77}" type="presParOf" srcId="{3D9FB499-6F25-4B6D-A431-66FA5983CADE}" destId="{0B862744-331C-4A60-B8A3-361722454663}" srcOrd="2" destOrd="0" presId="urn:microsoft.com/office/officeart/2018/2/layout/IconCircleList"/>
    <dgm:cxn modelId="{5DD55286-071A-432A-A65C-3CEA96DE295A}" type="presParOf" srcId="{3D9FB499-6F25-4B6D-A431-66FA5983CADE}" destId="{105F6ADC-15E4-4CA2-B406-068D0F18556F}" srcOrd="3" destOrd="0" presId="urn:microsoft.com/office/officeart/2018/2/layout/IconCircleList"/>
    <dgm:cxn modelId="{24E40633-EE76-4BA9-B0EA-88D6C4A7C5DE}" type="presParOf" srcId="{E1C291C0-B21F-4D98-A9E6-F73584BA9A9F}" destId="{F9D85CBE-F21F-4771-AB4C-6343B3E3DE89}" srcOrd="1" destOrd="0" presId="urn:microsoft.com/office/officeart/2018/2/layout/IconCircleList"/>
    <dgm:cxn modelId="{C97FCD32-D6CE-4EBB-B192-C4D22EA35E84}" type="presParOf" srcId="{E1C291C0-B21F-4D98-A9E6-F73584BA9A9F}" destId="{351556FC-0E1B-4725-84E3-2FD3E3910345}" srcOrd="2" destOrd="0" presId="urn:microsoft.com/office/officeart/2018/2/layout/IconCircleList"/>
    <dgm:cxn modelId="{85CBCA92-5003-49AA-9BD7-B6864FEC3B0D}" type="presParOf" srcId="{351556FC-0E1B-4725-84E3-2FD3E3910345}" destId="{C6BCC81C-93ED-447B-AA43-0869D11B26A3}" srcOrd="0" destOrd="0" presId="urn:microsoft.com/office/officeart/2018/2/layout/IconCircleList"/>
    <dgm:cxn modelId="{5117493C-DFB7-4728-B30D-DFBF7A60CE89}" type="presParOf" srcId="{351556FC-0E1B-4725-84E3-2FD3E3910345}" destId="{833389BE-B728-4D10-9EDB-7EBE6F1C49A4}" srcOrd="1" destOrd="0" presId="urn:microsoft.com/office/officeart/2018/2/layout/IconCircleList"/>
    <dgm:cxn modelId="{781009D9-6E18-4F02-8CFE-BD6A3F777B6F}" type="presParOf" srcId="{351556FC-0E1B-4725-84E3-2FD3E3910345}" destId="{FB03668D-0707-45E5-A2B5-F623028BE2E5}" srcOrd="2" destOrd="0" presId="urn:microsoft.com/office/officeart/2018/2/layout/IconCircleList"/>
    <dgm:cxn modelId="{B4A35913-9C04-4B4E-9B66-4B01184870FA}" type="presParOf" srcId="{351556FC-0E1B-4725-84E3-2FD3E3910345}" destId="{C708F84D-5FFC-4841-A6F9-47F2AE0B5502}" srcOrd="3" destOrd="0" presId="urn:microsoft.com/office/officeart/2018/2/layout/IconCircleList"/>
    <dgm:cxn modelId="{381543E3-56D3-4E0C-9176-C71CD023C851}" type="presParOf" srcId="{E1C291C0-B21F-4D98-A9E6-F73584BA9A9F}" destId="{7ADC776F-5910-439C-BFE5-5F5D8C5A285C}" srcOrd="3" destOrd="0" presId="urn:microsoft.com/office/officeart/2018/2/layout/IconCircleList"/>
    <dgm:cxn modelId="{D8AA3B44-4843-497D-9BED-35F894CF578D}" type="presParOf" srcId="{E1C291C0-B21F-4D98-A9E6-F73584BA9A9F}" destId="{E402C6D0-3CCC-4593-B5C7-5FB16486996D}" srcOrd="4" destOrd="0" presId="urn:microsoft.com/office/officeart/2018/2/layout/IconCircleList"/>
    <dgm:cxn modelId="{B9362FFD-EAC6-49D1-AAB4-3FCC36925227}" type="presParOf" srcId="{E402C6D0-3CCC-4593-B5C7-5FB16486996D}" destId="{6079AD5C-CF7E-40BF-81E6-3AD90C887C9D}" srcOrd="0" destOrd="0" presId="urn:microsoft.com/office/officeart/2018/2/layout/IconCircleList"/>
    <dgm:cxn modelId="{34FAD18C-700B-484D-9467-5F965D29DEFD}" type="presParOf" srcId="{E402C6D0-3CCC-4593-B5C7-5FB16486996D}" destId="{ADDE9516-19DB-4FF8-9AD5-5F0C1C6E0561}" srcOrd="1" destOrd="0" presId="urn:microsoft.com/office/officeart/2018/2/layout/IconCircleList"/>
    <dgm:cxn modelId="{62D35848-D22D-4BF3-8641-0B77251CED85}" type="presParOf" srcId="{E402C6D0-3CCC-4593-B5C7-5FB16486996D}" destId="{B94014F3-51AE-4793-AEF3-F0FFBF97BD72}" srcOrd="2" destOrd="0" presId="urn:microsoft.com/office/officeart/2018/2/layout/IconCircleList"/>
    <dgm:cxn modelId="{A34E131E-A432-4FBF-ABAD-CE50D2FC649D}" type="presParOf" srcId="{E402C6D0-3CCC-4593-B5C7-5FB16486996D}" destId="{792AF4B4-0A15-4493-BF6C-CD51ECFD0514}" srcOrd="3" destOrd="0" presId="urn:microsoft.com/office/officeart/2018/2/layout/IconCircleList"/>
    <dgm:cxn modelId="{CE20471A-A999-4605-9E0B-65A09010E7C6}" type="presParOf" srcId="{E1C291C0-B21F-4D98-A9E6-F73584BA9A9F}" destId="{56A24475-73F6-4AD5-A377-3FD903762AEF}" srcOrd="5" destOrd="0" presId="urn:microsoft.com/office/officeart/2018/2/layout/IconCircleList"/>
    <dgm:cxn modelId="{D0D727AC-B341-4A97-8212-12235DB1C064}" type="presParOf" srcId="{E1C291C0-B21F-4D98-A9E6-F73584BA9A9F}" destId="{E4903A05-5249-4497-B2C9-41EE70CECD29}" srcOrd="6" destOrd="0" presId="urn:microsoft.com/office/officeart/2018/2/layout/IconCircleList"/>
    <dgm:cxn modelId="{2C821F96-64FA-4AED-B834-9197E6C01AE7}" type="presParOf" srcId="{E4903A05-5249-4497-B2C9-41EE70CECD29}" destId="{BB9B21E1-DA46-4E83-B084-ADDD76851028}" srcOrd="0" destOrd="0" presId="urn:microsoft.com/office/officeart/2018/2/layout/IconCircleList"/>
    <dgm:cxn modelId="{0E43AFF7-FAB6-466F-BB65-0CA0250FE5A1}" type="presParOf" srcId="{E4903A05-5249-4497-B2C9-41EE70CECD29}" destId="{F66475A8-EFC6-487E-80BB-84BAEC338813}" srcOrd="1" destOrd="0" presId="urn:microsoft.com/office/officeart/2018/2/layout/IconCircleList"/>
    <dgm:cxn modelId="{ACB1A6D4-4621-4862-AB73-BCB6B1433246}" type="presParOf" srcId="{E4903A05-5249-4497-B2C9-41EE70CECD29}" destId="{FBE0409D-4D53-4173-98BD-A7219D6FF3DE}" srcOrd="2" destOrd="0" presId="urn:microsoft.com/office/officeart/2018/2/layout/IconCircleList"/>
    <dgm:cxn modelId="{09FBCA19-F8F7-43B4-B0E7-756386F25CF5}" type="presParOf" srcId="{E4903A05-5249-4497-B2C9-41EE70CECD29}" destId="{A2D85D82-3C3F-474D-8DC0-1A33C950134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1C850DD-15A6-475E-816B-BB78725C5F6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F58E1F2-9292-46EA-A55F-D912869F5A4E}">
      <dgm:prSet/>
      <dgm:spPr/>
      <dgm:t>
        <a:bodyPr/>
        <a:lstStyle/>
        <a:p>
          <a:r>
            <a:rPr lang="en-US"/>
            <a:t>Dr. Wajid Mumtaz</a:t>
          </a:r>
        </a:p>
      </dgm:t>
    </dgm:pt>
    <dgm:pt modelId="{5CB3FB9B-8B98-4DAD-912F-E47CB5702787}" type="parTrans" cxnId="{9E97226A-7A2F-451F-BCA8-31D1BD7E00C8}">
      <dgm:prSet/>
      <dgm:spPr/>
      <dgm:t>
        <a:bodyPr/>
        <a:lstStyle/>
        <a:p>
          <a:endParaRPr lang="en-US"/>
        </a:p>
      </dgm:t>
    </dgm:pt>
    <dgm:pt modelId="{C00A9A15-6D05-4678-B24F-799170139F66}" type="sibTrans" cxnId="{9E97226A-7A2F-451F-BCA8-31D1BD7E00C8}">
      <dgm:prSet/>
      <dgm:spPr/>
      <dgm:t>
        <a:bodyPr/>
        <a:lstStyle/>
        <a:p>
          <a:endParaRPr lang="en-US"/>
        </a:p>
      </dgm:t>
    </dgm:pt>
    <dgm:pt modelId="{2AC325BF-A8C2-4B2A-A753-FE9569CB4D59}">
      <dgm:prSet/>
      <dgm:spPr/>
      <dgm:t>
        <a:bodyPr/>
        <a:lstStyle/>
        <a:p>
          <a:r>
            <a:rPr lang="en-US"/>
            <a:t>Mr. Adnan Aslam</a:t>
          </a:r>
        </a:p>
      </dgm:t>
    </dgm:pt>
    <dgm:pt modelId="{08DF5D5B-80CD-4CD2-814E-8557ACBE2C54}" type="parTrans" cxnId="{B4D16DEF-7BFE-4CF2-9C7F-8E13630DCE06}">
      <dgm:prSet/>
      <dgm:spPr/>
      <dgm:t>
        <a:bodyPr/>
        <a:lstStyle/>
        <a:p>
          <a:endParaRPr lang="en-US"/>
        </a:p>
      </dgm:t>
    </dgm:pt>
    <dgm:pt modelId="{17CAEE4E-BFB4-44C5-B80C-C7B141C4C756}" type="sibTrans" cxnId="{B4D16DEF-7BFE-4CF2-9C7F-8E13630DCE06}">
      <dgm:prSet/>
      <dgm:spPr/>
      <dgm:t>
        <a:bodyPr/>
        <a:lstStyle/>
        <a:p>
          <a:endParaRPr lang="en-US"/>
        </a:p>
      </dgm:t>
    </dgm:pt>
    <dgm:pt modelId="{8ADA1393-5AE8-4CC2-BE65-D42C5A65A1DF}">
      <dgm:prSet/>
      <dgm:spPr/>
      <dgm:t>
        <a:bodyPr/>
        <a:lstStyle/>
        <a:p>
          <a:r>
            <a:rPr lang="en-US"/>
            <a:t>EE Department</a:t>
          </a:r>
        </a:p>
      </dgm:t>
    </dgm:pt>
    <dgm:pt modelId="{EBC94DFB-F0E0-41DC-8593-5CE5CE3A1F5B}" type="parTrans" cxnId="{00FA4240-15B0-49AB-AD48-9A44C76EF40C}">
      <dgm:prSet/>
      <dgm:spPr/>
      <dgm:t>
        <a:bodyPr/>
        <a:lstStyle/>
        <a:p>
          <a:endParaRPr lang="en-US"/>
        </a:p>
      </dgm:t>
    </dgm:pt>
    <dgm:pt modelId="{19BEC97F-90C7-45FA-BD12-4873FF234AEB}" type="sibTrans" cxnId="{00FA4240-15B0-49AB-AD48-9A44C76EF40C}">
      <dgm:prSet/>
      <dgm:spPr/>
      <dgm:t>
        <a:bodyPr/>
        <a:lstStyle/>
        <a:p>
          <a:endParaRPr lang="en-US"/>
        </a:p>
      </dgm:t>
    </dgm:pt>
    <dgm:pt modelId="{00E6CB95-BC95-487A-BD21-CA42B2CBB416}">
      <dgm:prSet/>
      <dgm:spPr/>
      <dgm:t>
        <a:bodyPr/>
        <a:lstStyle/>
        <a:p>
          <a:r>
            <a:rPr lang="en-US"/>
            <a:t>Teammates</a:t>
          </a:r>
        </a:p>
      </dgm:t>
    </dgm:pt>
    <dgm:pt modelId="{B159F707-CB92-4CDC-A0AA-F1DA327EEF58}" type="parTrans" cxnId="{A09D667F-B12C-4DAE-AE56-A3CF27D51624}">
      <dgm:prSet/>
      <dgm:spPr/>
      <dgm:t>
        <a:bodyPr/>
        <a:lstStyle/>
        <a:p>
          <a:endParaRPr lang="en-US"/>
        </a:p>
      </dgm:t>
    </dgm:pt>
    <dgm:pt modelId="{68215B92-4D35-4A9B-A3AA-D6CD731E011F}" type="sibTrans" cxnId="{A09D667F-B12C-4DAE-AE56-A3CF27D51624}">
      <dgm:prSet/>
      <dgm:spPr/>
      <dgm:t>
        <a:bodyPr/>
        <a:lstStyle/>
        <a:p>
          <a:endParaRPr lang="en-US"/>
        </a:p>
      </dgm:t>
    </dgm:pt>
    <dgm:pt modelId="{1FCE1FB7-52D3-467A-9380-EEBA6669DB49}" type="pres">
      <dgm:prSet presAssocID="{11C850DD-15A6-475E-816B-BB78725C5F6A}" presName="linear" presStyleCnt="0">
        <dgm:presLayoutVars>
          <dgm:dir/>
          <dgm:animLvl val="lvl"/>
          <dgm:resizeHandles val="exact"/>
        </dgm:presLayoutVars>
      </dgm:prSet>
      <dgm:spPr/>
    </dgm:pt>
    <dgm:pt modelId="{76D330B9-0544-4267-8F17-7563E1A63741}" type="pres">
      <dgm:prSet presAssocID="{8F58E1F2-9292-46EA-A55F-D912869F5A4E}" presName="parentLin" presStyleCnt="0"/>
      <dgm:spPr/>
    </dgm:pt>
    <dgm:pt modelId="{470E002E-414D-47E0-956A-00FE3E272988}" type="pres">
      <dgm:prSet presAssocID="{8F58E1F2-9292-46EA-A55F-D912869F5A4E}" presName="parentLeftMargin" presStyleLbl="node1" presStyleIdx="0" presStyleCnt="4"/>
      <dgm:spPr/>
    </dgm:pt>
    <dgm:pt modelId="{808DF48E-29F4-4CB9-8286-EDBA6FD0E604}" type="pres">
      <dgm:prSet presAssocID="{8F58E1F2-9292-46EA-A55F-D912869F5A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1AAD18-B11E-4BA5-B0A6-FC8C86937EA1}" type="pres">
      <dgm:prSet presAssocID="{8F58E1F2-9292-46EA-A55F-D912869F5A4E}" presName="negativeSpace" presStyleCnt="0"/>
      <dgm:spPr/>
    </dgm:pt>
    <dgm:pt modelId="{5EE4473B-8443-41D3-8B4D-FD6F322BDACF}" type="pres">
      <dgm:prSet presAssocID="{8F58E1F2-9292-46EA-A55F-D912869F5A4E}" presName="childText" presStyleLbl="conFgAcc1" presStyleIdx="0" presStyleCnt="4">
        <dgm:presLayoutVars>
          <dgm:bulletEnabled val="1"/>
        </dgm:presLayoutVars>
      </dgm:prSet>
      <dgm:spPr/>
    </dgm:pt>
    <dgm:pt modelId="{0A79AB4F-A224-4822-AC41-CD85B81FBA79}" type="pres">
      <dgm:prSet presAssocID="{C00A9A15-6D05-4678-B24F-799170139F66}" presName="spaceBetweenRectangles" presStyleCnt="0"/>
      <dgm:spPr/>
    </dgm:pt>
    <dgm:pt modelId="{24FFBECF-188A-4CE9-AE80-D13A28C117C6}" type="pres">
      <dgm:prSet presAssocID="{2AC325BF-A8C2-4B2A-A753-FE9569CB4D59}" presName="parentLin" presStyleCnt="0"/>
      <dgm:spPr/>
    </dgm:pt>
    <dgm:pt modelId="{1D1C0963-7889-4AF2-88A8-7DAD1E12C1CD}" type="pres">
      <dgm:prSet presAssocID="{2AC325BF-A8C2-4B2A-A753-FE9569CB4D59}" presName="parentLeftMargin" presStyleLbl="node1" presStyleIdx="0" presStyleCnt="4"/>
      <dgm:spPr/>
    </dgm:pt>
    <dgm:pt modelId="{88D43869-1FE6-4627-B378-B9ED451A01CF}" type="pres">
      <dgm:prSet presAssocID="{2AC325BF-A8C2-4B2A-A753-FE9569CB4D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5CE599-35B7-4620-8753-FE5C91083AD7}" type="pres">
      <dgm:prSet presAssocID="{2AC325BF-A8C2-4B2A-A753-FE9569CB4D59}" presName="negativeSpace" presStyleCnt="0"/>
      <dgm:spPr/>
    </dgm:pt>
    <dgm:pt modelId="{B55CEAC8-D980-4D7C-A99D-788DB1778C8C}" type="pres">
      <dgm:prSet presAssocID="{2AC325BF-A8C2-4B2A-A753-FE9569CB4D59}" presName="childText" presStyleLbl="conFgAcc1" presStyleIdx="1" presStyleCnt="4">
        <dgm:presLayoutVars>
          <dgm:bulletEnabled val="1"/>
        </dgm:presLayoutVars>
      </dgm:prSet>
      <dgm:spPr/>
    </dgm:pt>
    <dgm:pt modelId="{9E1323FE-3CC5-45B4-BAC9-F45B25E7E86D}" type="pres">
      <dgm:prSet presAssocID="{17CAEE4E-BFB4-44C5-B80C-C7B141C4C756}" presName="spaceBetweenRectangles" presStyleCnt="0"/>
      <dgm:spPr/>
    </dgm:pt>
    <dgm:pt modelId="{884F3AE7-3B1E-46ED-8A6D-2F69CABF505F}" type="pres">
      <dgm:prSet presAssocID="{8ADA1393-5AE8-4CC2-BE65-D42C5A65A1DF}" presName="parentLin" presStyleCnt="0"/>
      <dgm:spPr/>
    </dgm:pt>
    <dgm:pt modelId="{AE3ABAC7-729C-4391-B013-79889ACADF7C}" type="pres">
      <dgm:prSet presAssocID="{8ADA1393-5AE8-4CC2-BE65-D42C5A65A1DF}" presName="parentLeftMargin" presStyleLbl="node1" presStyleIdx="1" presStyleCnt="4"/>
      <dgm:spPr/>
    </dgm:pt>
    <dgm:pt modelId="{28AEE7DB-FCF8-4A7E-B510-402B9BC9816A}" type="pres">
      <dgm:prSet presAssocID="{8ADA1393-5AE8-4CC2-BE65-D42C5A65A1D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A92BA7-92B8-4D82-BA47-AA83A5A60072}" type="pres">
      <dgm:prSet presAssocID="{8ADA1393-5AE8-4CC2-BE65-D42C5A65A1DF}" presName="negativeSpace" presStyleCnt="0"/>
      <dgm:spPr/>
    </dgm:pt>
    <dgm:pt modelId="{88FFECC2-B616-44D7-AFE0-9A3EDB45DEE8}" type="pres">
      <dgm:prSet presAssocID="{8ADA1393-5AE8-4CC2-BE65-D42C5A65A1DF}" presName="childText" presStyleLbl="conFgAcc1" presStyleIdx="2" presStyleCnt="4">
        <dgm:presLayoutVars>
          <dgm:bulletEnabled val="1"/>
        </dgm:presLayoutVars>
      </dgm:prSet>
      <dgm:spPr/>
    </dgm:pt>
    <dgm:pt modelId="{BF5A54E3-3957-4AB6-85DE-0EE0984AA844}" type="pres">
      <dgm:prSet presAssocID="{19BEC97F-90C7-45FA-BD12-4873FF234AEB}" presName="spaceBetweenRectangles" presStyleCnt="0"/>
      <dgm:spPr/>
    </dgm:pt>
    <dgm:pt modelId="{74D3D750-9E66-48F0-BA3B-097AC9E854E2}" type="pres">
      <dgm:prSet presAssocID="{00E6CB95-BC95-487A-BD21-CA42B2CBB416}" presName="parentLin" presStyleCnt="0"/>
      <dgm:spPr/>
    </dgm:pt>
    <dgm:pt modelId="{72C4512D-7960-4E4C-BCD7-90D5F82C264F}" type="pres">
      <dgm:prSet presAssocID="{00E6CB95-BC95-487A-BD21-CA42B2CBB416}" presName="parentLeftMargin" presStyleLbl="node1" presStyleIdx="2" presStyleCnt="4"/>
      <dgm:spPr/>
    </dgm:pt>
    <dgm:pt modelId="{DE2464DE-C5C4-4155-BA0E-896EA9414D34}" type="pres">
      <dgm:prSet presAssocID="{00E6CB95-BC95-487A-BD21-CA42B2CBB41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CD2FE1-444F-4BFF-9A2F-8943A9FC52C1}" type="pres">
      <dgm:prSet presAssocID="{00E6CB95-BC95-487A-BD21-CA42B2CBB416}" presName="negativeSpace" presStyleCnt="0"/>
      <dgm:spPr/>
    </dgm:pt>
    <dgm:pt modelId="{0EB1E8C0-9BE8-4C4F-820A-44255B4CCDF1}" type="pres">
      <dgm:prSet presAssocID="{00E6CB95-BC95-487A-BD21-CA42B2CBB41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A1BF01A-80B9-41B1-B71C-0E7880D2282B}" type="presOf" srcId="{11C850DD-15A6-475E-816B-BB78725C5F6A}" destId="{1FCE1FB7-52D3-467A-9380-EEBA6669DB49}" srcOrd="0" destOrd="0" presId="urn:microsoft.com/office/officeart/2005/8/layout/list1"/>
    <dgm:cxn modelId="{00FA4240-15B0-49AB-AD48-9A44C76EF40C}" srcId="{11C850DD-15A6-475E-816B-BB78725C5F6A}" destId="{8ADA1393-5AE8-4CC2-BE65-D42C5A65A1DF}" srcOrd="2" destOrd="0" parTransId="{EBC94DFB-F0E0-41DC-8593-5CE5CE3A1F5B}" sibTransId="{19BEC97F-90C7-45FA-BD12-4873FF234AEB}"/>
    <dgm:cxn modelId="{9E97226A-7A2F-451F-BCA8-31D1BD7E00C8}" srcId="{11C850DD-15A6-475E-816B-BB78725C5F6A}" destId="{8F58E1F2-9292-46EA-A55F-D912869F5A4E}" srcOrd="0" destOrd="0" parTransId="{5CB3FB9B-8B98-4DAD-912F-E47CB5702787}" sibTransId="{C00A9A15-6D05-4678-B24F-799170139F66}"/>
    <dgm:cxn modelId="{39EF236C-073D-4C56-82C0-4709CF62EBC3}" type="presOf" srcId="{8ADA1393-5AE8-4CC2-BE65-D42C5A65A1DF}" destId="{28AEE7DB-FCF8-4A7E-B510-402B9BC9816A}" srcOrd="1" destOrd="0" presId="urn:microsoft.com/office/officeart/2005/8/layout/list1"/>
    <dgm:cxn modelId="{A09D667F-B12C-4DAE-AE56-A3CF27D51624}" srcId="{11C850DD-15A6-475E-816B-BB78725C5F6A}" destId="{00E6CB95-BC95-487A-BD21-CA42B2CBB416}" srcOrd="3" destOrd="0" parTransId="{B159F707-CB92-4CDC-A0AA-F1DA327EEF58}" sibTransId="{68215B92-4D35-4A9B-A3AA-D6CD731E011F}"/>
    <dgm:cxn modelId="{2D02FA92-BADC-4B79-A709-6A7D352E4A2B}" type="presOf" srcId="{00E6CB95-BC95-487A-BD21-CA42B2CBB416}" destId="{72C4512D-7960-4E4C-BCD7-90D5F82C264F}" srcOrd="0" destOrd="0" presId="urn:microsoft.com/office/officeart/2005/8/layout/list1"/>
    <dgm:cxn modelId="{AFE5849A-43AA-444E-A53E-686DD1A82ED5}" type="presOf" srcId="{8F58E1F2-9292-46EA-A55F-D912869F5A4E}" destId="{808DF48E-29F4-4CB9-8286-EDBA6FD0E604}" srcOrd="1" destOrd="0" presId="urn:microsoft.com/office/officeart/2005/8/layout/list1"/>
    <dgm:cxn modelId="{D62E8EA4-FCBD-4E3E-953B-9DE1F701A7B1}" type="presOf" srcId="{8F58E1F2-9292-46EA-A55F-D912869F5A4E}" destId="{470E002E-414D-47E0-956A-00FE3E272988}" srcOrd="0" destOrd="0" presId="urn:microsoft.com/office/officeart/2005/8/layout/list1"/>
    <dgm:cxn modelId="{029D00C7-8600-483A-9259-43B7C1B491A7}" type="presOf" srcId="{8ADA1393-5AE8-4CC2-BE65-D42C5A65A1DF}" destId="{AE3ABAC7-729C-4391-B013-79889ACADF7C}" srcOrd="0" destOrd="0" presId="urn:microsoft.com/office/officeart/2005/8/layout/list1"/>
    <dgm:cxn modelId="{3129D9DB-F95D-45C0-A6FE-4FC036F09E72}" type="presOf" srcId="{2AC325BF-A8C2-4B2A-A753-FE9569CB4D59}" destId="{88D43869-1FE6-4627-B378-B9ED451A01CF}" srcOrd="1" destOrd="0" presId="urn:microsoft.com/office/officeart/2005/8/layout/list1"/>
    <dgm:cxn modelId="{B4D16DEF-7BFE-4CF2-9C7F-8E13630DCE06}" srcId="{11C850DD-15A6-475E-816B-BB78725C5F6A}" destId="{2AC325BF-A8C2-4B2A-A753-FE9569CB4D59}" srcOrd="1" destOrd="0" parTransId="{08DF5D5B-80CD-4CD2-814E-8557ACBE2C54}" sibTransId="{17CAEE4E-BFB4-44C5-B80C-C7B141C4C756}"/>
    <dgm:cxn modelId="{C0DFFFF0-748F-4FA6-8662-00563742A635}" type="presOf" srcId="{2AC325BF-A8C2-4B2A-A753-FE9569CB4D59}" destId="{1D1C0963-7889-4AF2-88A8-7DAD1E12C1CD}" srcOrd="0" destOrd="0" presId="urn:microsoft.com/office/officeart/2005/8/layout/list1"/>
    <dgm:cxn modelId="{54A295F8-1E1E-4CD3-A36C-45948EA1BEE8}" type="presOf" srcId="{00E6CB95-BC95-487A-BD21-CA42B2CBB416}" destId="{DE2464DE-C5C4-4155-BA0E-896EA9414D34}" srcOrd="1" destOrd="0" presId="urn:microsoft.com/office/officeart/2005/8/layout/list1"/>
    <dgm:cxn modelId="{19ABC95B-8093-4655-A8FB-577058200A2F}" type="presParOf" srcId="{1FCE1FB7-52D3-467A-9380-EEBA6669DB49}" destId="{76D330B9-0544-4267-8F17-7563E1A63741}" srcOrd="0" destOrd="0" presId="urn:microsoft.com/office/officeart/2005/8/layout/list1"/>
    <dgm:cxn modelId="{F2AF534F-62A0-4D9E-B7E4-61571E67F12C}" type="presParOf" srcId="{76D330B9-0544-4267-8F17-7563E1A63741}" destId="{470E002E-414D-47E0-956A-00FE3E272988}" srcOrd="0" destOrd="0" presId="urn:microsoft.com/office/officeart/2005/8/layout/list1"/>
    <dgm:cxn modelId="{89620DCE-3028-451C-8759-A703690B4B4B}" type="presParOf" srcId="{76D330B9-0544-4267-8F17-7563E1A63741}" destId="{808DF48E-29F4-4CB9-8286-EDBA6FD0E604}" srcOrd="1" destOrd="0" presId="urn:microsoft.com/office/officeart/2005/8/layout/list1"/>
    <dgm:cxn modelId="{A63C4021-34DD-4728-B9EE-0CA43AB54F40}" type="presParOf" srcId="{1FCE1FB7-52D3-467A-9380-EEBA6669DB49}" destId="{F51AAD18-B11E-4BA5-B0A6-FC8C86937EA1}" srcOrd="1" destOrd="0" presId="urn:microsoft.com/office/officeart/2005/8/layout/list1"/>
    <dgm:cxn modelId="{8147435C-D260-41B9-8B96-29A198861A8D}" type="presParOf" srcId="{1FCE1FB7-52D3-467A-9380-EEBA6669DB49}" destId="{5EE4473B-8443-41D3-8B4D-FD6F322BDACF}" srcOrd="2" destOrd="0" presId="urn:microsoft.com/office/officeart/2005/8/layout/list1"/>
    <dgm:cxn modelId="{0EFD7329-8FE7-42F4-8EE9-56C13E3EBC7E}" type="presParOf" srcId="{1FCE1FB7-52D3-467A-9380-EEBA6669DB49}" destId="{0A79AB4F-A224-4822-AC41-CD85B81FBA79}" srcOrd="3" destOrd="0" presId="urn:microsoft.com/office/officeart/2005/8/layout/list1"/>
    <dgm:cxn modelId="{6359E975-3649-40EF-A402-F1CE4808C36A}" type="presParOf" srcId="{1FCE1FB7-52D3-467A-9380-EEBA6669DB49}" destId="{24FFBECF-188A-4CE9-AE80-D13A28C117C6}" srcOrd="4" destOrd="0" presId="urn:microsoft.com/office/officeart/2005/8/layout/list1"/>
    <dgm:cxn modelId="{CD46E50D-E178-4AF8-A356-7F3B70C20E3D}" type="presParOf" srcId="{24FFBECF-188A-4CE9-AE80-D13A28C117C6}" destId="{1D1C0963-7889-4AF2-88A8-7DAD1E12C1CD}" srcOrd="0" destOrd="0" presId="urn:microsoft.com/office/officeart/2005/8/layout/list1"/>
    <dgm:cxn modelId="{50E48C29-877A-4D0E-9F54-365517C9ED5D}" type="presParOf" srcId="{24FFBECF-188A-4CE9-AE80-D13A28C117C6}" destId="{88D43869-1FE6-4627-B378-B9ED451A01CF}" srcOrd="1" destOrd="0" presId="urn:microsoft.com/office/officeart/2005/8/layout/list1"/>
    <dgm:cxn modelId="{D94168F8-64AA-4069-97F6-49582B6B9F92}" type="presParOf" srcId="{1FCE1FB7-52D3-467A-9380-EEBA6669DB49}" destId="{A45CE599-35B7-4620-8753-FE5C91083AD7}" srcOrd="5" destOrd="0" presId="urn:microsoft.com/office/officeart/2005/8/layout/list1"/>
    <dgm:cxn modelId="{AD4AB0DB-49C1-473D-B2DE-4A4AF9C05065}" type="presParOf" srcId="{1FCE1FB7-52D3-467A-9380-EEBA6669DB49}" destId="{B55CEAC8-D980-4D7C-A99D-788DB1778C8C}" srcOrd="6" destOrd="0" presId="urn:microsoft.com/office/officeart/2005/8/layout/list1"/>
    <dgm:cxn modelId="{493EEF6B-64EE-42E6-A2CC-5E5385DEEAD8}" type="presParOf" srcId="{1FCE1FB7-52D3-467A-9380-EEBA6669DB49}" destId="{9E1323FE-3CC5-45B4-BAC9-F45B25E7E86D}" srcOrd="7" destOrd="0" presId="urn:microsoft.com/office/officeart/2005/8/layout/list1"/>
    <dgm:cxn modelId="{583CB78A-BD27-49F1-90A4-7237F396353D}" type="presParOf" srcId="{1FCE1FB7-52D3-467A-9380-EEBA6669DB49}" destId="{884F3AE7-3B1E-46ED-8A6D-2F69CABF505F}" srcOrd="8" destOrd="0" presId="urn:microsoft.com/office/officeart/2005/8/layout/list1"/>
    <dgm:cxn modelId="{ACEFFCE8-F28C-4887-BEF9-8FBDB39E56DF}" type="presParOf" srcId="{884F3AE7-3B1E-46ED-8A6D-2F69CABF505F}" destId="{AE3ABAC7-729C-4391-B013-79889ACADF7C}" srcOrd="0" destOrd="0" presId="urn:microsoft.com/office/officeart/2005/8/layout/list1"/>
    <dgm:cxn modelId="{FB2D2C79-58DF-4488-9AE8-3159EB7C9233}" type="presParOf" srcId="{884F3AE7-3B1E-46ED-8A6D-2F69CABF505F}" destId="{28AEE7DB-FCF8-4A7E-B510-402B9BC9816A}" srcOrd="1" destOrd="0" presId="urn:microsoft.com/office/officeart/2005/8/layout/list1"/>
    <dgm:cxn modelId="{40DE3B31-BEA6-4376-A681-DCBFB0D7C38D}" type="presParOf" srcId="{1FCE1FB7-52D3-467A-9380-EEBA6669DB49}" destId="{A4A92BA7-92B8-4D82-BA47-AA83A5A60072}" srcOrd="9" destOrd="0" presId="urn:microsoft.com/office/officeart/2005/8/layout/list1"/>
    <dgm:cxn modelId="{0083D73C-A5FA-4BF5-BBB3-E9BF19EE54BF}" type="presParOf" srcId="{1FCE1FB7-52D3-467A-9380-EEBA6669DB49}" destId="{88FFECC2-B616-44D7-AFE0-9A3EDB45DEE8}" srcOrd="10" destOrd="0" presId="urn:microsoft.com/office/officeart/2005/8/layout/list1"/>
    <dgm:cxn modelId="{38518BD4-A30A-44AF-9D98-01B259A46391}" type="presParOf" srcId="{1FCE1FB7-52D3-467A-9380-EEBA6669DB49}" destId="{BF5A54E3-3957-4AB6-85DE-0EE0984AA844}" srcOrd="11" destOrd="0" presId="urn:microsoft.com/office/officeart/2005/8/layout/list1"/>
    <dgm:cxn modelId="{AD210CF0-E3AF-4525-BBEB-B693D02C8E91}" type="presParOf" srcId="{1FCE1FB7-52D3-467A-9380-EEBA6669DB49}" destId="{74D3D750-9E66-48F0-BA3B-097AC9E854E2}" srcOrd="12" destOrd="0" presId="urn:microsoft.com/office/officeart/2005/8/layout/list1"/>
    <dgm:cxn modelId="{94E3CE9D-8E60-4ED6-AD87-25F59C0B5BCD}" type="presParOf" srcId="{74D3D750-9E66-48F0-BA3B-097AC9E854E2}" destId="{72C4512D-7960-4E4C-BCD7-90D5F82C264F}" srcOrd="0" destOrd="0" presId="urn:microsoft.com/office/officeart/2005/8/layout/list1"/>
    <dgm:cxn modelId="{E0D3D9C8-B988-4162-B251-9687651E6767}" type="presParOf" srcId="{74D3D750-9E66-48F0-BA3B-097AC9E854E2}" destId="{DE2464DE-C5C4-4155-BA0E-896EA9414D34}" srcOrd="1" destOrd="0" presId="urn:microsoft.com/office/officeart/2005/8/layout/list1"/>
    <dgm:cxn modelId="{99DC5321-C810-4880-B953-5AF43C1E2FFC}" type="presParOf" srcId="{1FCE1FB7-52D3-467A-9380-EEBA6669DB49}" destId="{28CD2FE1-444F-4BFF-9A2F-8943A9FC52C1}" srcOrd="13" destOrd="0" presId="urn:microsoft.com/office/officeart/2005/8/layout/list1"/>
    <dgm:cxn modelId="{2137D1DD-154A-467E-A598-8D2BA33EBC22}" type="presParOf" srcId="{1FCE1FB7-52D3-467A-9380-EEBA6669DB49}" destId="{0EB1E8C0-9BE8-4C4F-820A-44255B4CCDF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FC803-7569-4D15-83EF-8A07CFDD7BA8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97A88-D5FE-40F9-8F9B-201A823BF8C1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A2234-BA06-490E-9867-62DC6F1515D7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Manual electricity monitoring is inefficient and error-prone</a:t>
          </a:r>
        </a:p>
      </dsp:txBody>
      <dsp:txXfrm>
        <a:off x="1297085" y="2215"/>
        <a:ext cx="5354167" cy="1123017"/>
      </dsp:txXfrm>
    </dsp:sp>
    <dsp:sp modelId="{1C8B086F-5121-4592-B45C-8955AB3B3E16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99D4F-A2B3-4602-98F1-0BBA903C03AC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F50FF-FCCB-42F4-915E-1EA0C94B517F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real-time visibility of power consumption</a:t>
          </a:r>
        </a:p>
      </dsp:txBody>
      <dsp:txXfrm>
        <a:off x="1297085" y="1405987"/>
        <a:ext cx="5354167" cy="1123017"/>
      </dsp:txXfrm>
    </dsp:sp>
    <dsp:sp modelId="{8D861411-A86B-4631-9B99-D1D5437C0259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AF8E30-B55E-448B-B4F9-1456EB12F31B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17A7A-013B-4ACE-9379-52E3465A538D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Traditional meters do not provide cloud access or billing estimation</a:t>
          </a:r>
        </a:p>
      </dsp:txBody>
      <dsp:txXfrm>
        <a:off x="1297085" y="2809759"/>
        <a:ext cx="5354167" cy="1123017"/>
      </dsp:txXfrm>
    </dsp:sp>
    <dsp:sp modelId="{2E57B38F-D2AC-48AE-99A1-FEA24E793984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4442C-7359-4EAF-880F-BCA16F8D2667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029CB-DCBB-46BE-8934-27FBBD544946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 for a low-cost embedded solution for real-time energy monitoring</a:t>
          </a:r>
        </a:p>
      </dsp:txBody>
      <dsp:txXfrm>
        <a:off x="1297085" y="4213530"/>
        <a:ext cx="5354167" cy="1123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1AF27-DB25-491B-9770-9D5FA1B1305E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237D7-8193-44E6-B47A-70E4D2FAFE60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ED311-BA62-4A67-913A-AC6B0FBA9734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real-time embedded energy monitoring system using STM32F746</a:t>
          </a:r>
        </a:p>
      </dsp:txBody>
      <dsp:txXfrm>
        <a:off x="1297085" y="2215"/>
        <a:ext cx="5354167" cy="1123017"/>
      </dsp:txXfrm>
    </dsp:sp>
    <dsp:sp modelId="{8E17E24B-A831-4270-9402-09F7AED29846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A5D5A-FEDC-43C1-8E94-1B91E8D49BD2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77E13-8B5E-4AEF-9439-593FD0AF26DA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Voltage and current sensing with RMS computation</a:t>
          </a:r>
        </a:p>
      </dsp:txBody>
      <dsp:txXfrm>
        <a:off x="1297085" y="1405987"/>
        <a:ext cx="5354167" cy="1123017"/>
      </dsp:txXfrm>
    </dsp:sp>
    <dsp:sp modelId="{8EF098B6-38C0-4624-8FC0-FAEC794888DC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D94D2-C47F-49AD-A1C7-14BD14A309A4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CC051-612C-4BEA-856B-D3F45BA920DB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ESP32 uploads live data to the cloud</a:t>
          </a:r>
        </a:p>
      </dsp:txBody>
      <dsp:txXfrm>
        <a:off x="1297085" y="2809759"/>
        <a:ext cx="5354167" cy="1123017"/>
      </dsp:txXfrm>
    </dsp:sp>
    <dsp:sp modelId="{39C45653-E35B-4E79-B75C-25114A50AEFF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14140-85AC-48BC-BFE1-DB03E069C336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AEAC8-5563-40AA-9169-C8461AE9AC6F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Automatic energy (kWh) and bill calculation</a:t>
          </a:r>
        </a:p>
      </dsp:txBody>
      <dsp:txXfrm>
        <a:off x="1297085" y="4213530"/>
        <a:ext cx="5354167" cy="1123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475CB-5B0B-402E-891D-051D9B094446}">
      <dsp:nvSpPr>
        <dsp:cNvPr id="0" name=""/>
        <dsp:cNvSpPr/>
      </dsp:nvSpPr>
      <dsp:spPr>
        <a:xfrm>
          <a:off x="0" y="4170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8BCE6-87BF-47E1-ACBA-B2917FE0166E}">
      <dsp:nvSpPr>
        <dsp:cNvPr id="0" name=""/>
        <dsp:cNvSpPr/>
      </dsp:nvSpPr>
      <dsp:spPr>
        <a:xfrm>
          <a:off x="268742" y="204061"/>
          <a:ext cx="488622" cy="488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F0DA8-353C-4DBD-8B48-A973C562C800}">
      <dsp:nvSpPr>
        <dsp:cNvPr id="0" name=""/>
        <dsp:cNvSpPr/>
      </dsp:nvSpPr>
      <dsp:spPr>
        <a:xfrm>
          <a:off x="1026106" y="417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ADC sampling and RMS calculation (STM32)</a:t>
          </a:r>
        </a:p>
      </dsp:txBody>
      <dsp:txXfrm>
        <a:off x="1026106" y="4170"/>
        <a:ext cx="5625146" cy="888403"/>
      </dsp:txXfrm>
    </dsp:sp>
    <dsp:sp modelId="{73BA1B0F-648F-4563-B8D7-FFF0C6279C8B}">
      <dsp:nvSpPr>
        <dsp:cNvPr id="0" name=""/>
        <dsp:cNvSpPr/>
      </dsp:nvSpPr>
      <dsp:spPr>
        <a:xfrm>
          <a:off x="0" y="1114675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752E0-A5B6-4791-B8E5-2D40A5CDAECD}">
      <dsp:nvSpPr>
        <dsp:cNvPr id="0" name=""/>
        <dsp:cNvSpPr/>
      </dsp:nvSpPr>
      <dsp:spPr>
        <a:xfrm>
          <a:off x="268742" y="1314566"/>
          <a:ext cx="488622" cy="488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573DD-E03B-42B6-A197-572B4B466FB7}">
      <dsp:nvSpPr>
        <dsp:cNvPr id="0" name=""/>
        <dsp:cNvSpPr/>
      </dsp:nvSpPr>
      <dsp:spPr>
        <a:xfrm>
          <a:off x="1026106" y="1114675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UART packet formatting</a:t>
          </a:r>
        </a:p>
      </dsp:txBody>
      <dsp:txXfrm>
        <a:off x="1026106" y="1114675"/>
        <a:ext cx="5625146" cy="888403"/>
      </dsp:txXfrm>
    </dsp:sp>
    <dsp:sp modelId="{4C573CF8-E060-4AEC-8254-BEEF3BF1EF13}">
      <dsp:nvSpPr>
        <dsp:cNvPr id="0" name=""/>
        <dsp:cNvSpPr/>
      </dsp:nvSpPr>
      <dsp:spPr>
        <a:xfrm>
          <a:off x="0" y="2225180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DB83A-909D-4517-9004-0539A0A2F5F3}">
      <dsp:nvSpPr>
        <dsp:cNvPr id="0" name=""/>
        <dsp:cNvSpPr/>
      </dsp:nvSpPr>
      <dsp:spPr>
        <a:xfrm>
          <a:off x="268742" y="2425070"/>
          <a:ext cx="488622" cy="488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D33CE-AA97-46A7-897F-29092E407E99}">
      <dsp:nvSpPr>
        <dsp:cNvPr id="0" name=""/>
        <dsp:cNvSpPr/>
      </dsp:nvSpPr>
      <dsp:spPr>
        <a:xfrm>
          <a:off x="1026106" y="222518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ESP32 UART parsing</a:t>
          </a:r>
        </a:p>
      </dsp:txBody>
      <dsp:txXfrm>
        <a:off x="1026106" y="2225180"/>
        <a:ext cx="5625146" cy="888403"/>
      </dsp:txXfrm>
    </dsp:sp>
    <dsp:sp modelId="{7EBBF60D-A964-45BB-947A-6B3C19F8F2C5}">
      <dsp:nvSpPr>
        <dsp:cNvPr id="0" name=""/>
        <dsp:cNvSpPr/>
      </dsp:nvSpPr>
      <dsp:spPr>
        <a:xfrm>
          <a:off x="0" y="3335684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DDC69-7D9A-4931-87D7-7FA34103E591}">
      <dsp:nvSpPr>
        <dsp:cNvPr id="0" name=""/>
        <dsp:cNvSpPr/>
      </dsp:nvSpPr>
      <dsp:spPr>
        <a:xfrm>
          <a:off x="268742" y="3535575"/>
          <a:ext cx="488622" cy="488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33225-EE9D-45F9-82E9-8B5B89B41F6B}">
      <dsp:nvSpPr>
        <dsp:cNvPr id="0" name=""/>
        <dsp:cNvSpPr/>
      </dsp:nvSpPr>
      <dsp:spPr>
        <a:xfrm>
          <a:off x="1026106" y="3335684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Energy and billing calculation</a:t>
          </a:r>
        </a:p>
      </dsp:txBody>
      <dsp:txXfrm>
        <a:off x="1026106" y="3335684"/>
        <a:ext cx="5625146" cy="888403"/>
      </dsp:txXfrm>
    </dsp:sp>
    <dsp:sp modelId="{EDFF460F-A84A-4FA4-8FE2-D43F905E201A}">
      <dsp:nvSpPr>
        <dsp:cNvPr id="0" name=""/>
        <dsp:cNvSpPr/>
      </dsp:nvSpPr>
      <dsp:spPr>
        <a:xfrm>
          <a:off x="0" y="4446189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06FB2-83ED-40AC-85E0-FF68FC9F2AF9}">
      <dsp:nvSpPr>
        <dsp:cNvPr id="0" name=""/>
        <dsp:cNvSpPr/>
      </dsp:nvSpPr>
      <dsp:spPr>
        <a:xfrm>
          <a:off x="268742" y="4646080"/>
          <a:ext cx="488622" cy="488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8AE46-A5CD-4F98-8B74-5F312DCCF0A8}">
      <dsp:nvSpPr>
        <dsp:cNvPr id="0" name=""/>
        <dsp:cNvSpPr/>
      </dsp:nvSpPr>
      <dsp:spPr>
        <a:xfrm>
          <a:off x="1026106" y="4446189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Firebase cloud upload</a:t>
          </a:r>
        </a:p>
      </dsp:txBody>
      <dsp:txXfrm>
        <a:off x="1026106" y="4446189"/>
        <a:ext cx="5625146" cy="8884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FF2DA-6F7C-48FB-98B9-4443158C7C63}">
      <dsp:nvSpPr>
        <dsp:cNvPr id="0" name=""/>
        <dsp:cNvSpPr/>
      </dsp:nvSpPr>
      <dsp:spPr>
        <a:xfrm>
          <a:off x="0" y="3250"/>
          <a:ext cx="10515600" cy="6923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8E9D6-1FB1-4142-99FE-1BA69EFC6C81}">
      <dsp:nvSpPr>
        <dsp:cNvPr id="0" name=""/>
        <dsp:cNvSpPr/>
      </dsp:nvSpPr>
      <dsp:spPr>
        <a:xfrm>
          <a:off x="209431" y="159026"/>
          <a:ext cx="380785" cy="380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13264-BD72-4ED7-8FB7-63204629DA2E}">
      <dsp:nvSpPr>
        <dsp:cNvPr id="0" name=""/>
        <dsp:cNvSpPr/>
      </dsp:nvSpPr>
      <dsp:spPr>
        <a:xfrm>
          <a:off x="799648" y="3250"/>
          <a:ext cx="9715951" cy="692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72" tIns="73272" rIns="73272" bIns="732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IAR Embedded Workbench</a:t>
          </a:r>
          <a:r>
            <a:rPr lang="en-US" sz="1900" kern="1200"/>
            <a:t> – Embedded C development for STM32</a:t>
          </a:r>
        </a:p>
      </dsp:txBody>
      <dsp:txXfrm>
        <a:off x="799648" y="3250"/>
        <a:ext cx="9715951" cy="692336"/>
      </dsp:txXfrm>
    </dsp:sp>
    <dsp:sp modelId="{4D48BE28-67EA-42B4-87DF-3EF19A59EC93}">
      <dsp:nvSpPr>
        <dsp:cNvPr id="0" name=""/>
        <dsp:cNvSpPr/>
      </dsp:nvSpPr>
      <dsp:spPr>
        <a:xfrm>
          <a:off x="0" y="868671"/>
          <a:ext cx="10515600" cy="6923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D2989-3C2C-4EC9-8D09-CD10187F8982}">
      <dsp:nvSpPr>
        <dsp:cNvPr id="0" name=""/>
        <dsp:cNvSpPr/>
      </dsp:nvSpPr>
      <dsp:spPr>
        <a:xfrm>
          <a:off x="209431" y="1024446"/>
          <a:ext cx="380785" cy="380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43F51-EA76-4933-8DDA-BDF7570953F6}">
      <dsp:nvSpPr>
        <dsp:cNvPr id="0" name=""/>
        <dsp:cNvSpPr/>
      </dsp:nvSpPr>
      <dsp:spPr>
        <a:xfrm>
          <a:off x="799648" y="868671"/>
          <a:ext cx="9715951" cy="692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72" tIns="73272" rIns="73272" bIns="732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Arduino IDE</a:t>
          </a:r>
          <a:r>
            <a:rPr lang="en-US" sz="1900" kern="1200"/>
            <a:t> – ESP32 programming and serial debugging</a:t>
          </a:r>
        </a:p>
      </dsp:txBody>
      <dsp:txXfrm>
        <a:off x="799648" y="868671"/>
        <a:ext cx="9715951" cy="692336"/>
      </dsp:txXfrm>
    </dsp:sp>
    <dsp:sp modelId="{32145794-28C0-4AFB-9A9C-9B0BA7D09A17}">
      <dsp:nvSpPr>
        <dsp:cNvPr id="0" name=""/>
        <dsp:cNvSpPr/>
      </dsp:nvSpPr>
      <dsp:spPr>
        <a:xfrm>
          <a:off x="0" y="1734091"/>
          <a:ext cx="10515600" cy="6923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71320-7032-422B-9245-E0526D4458D9}">
      <dsp:nvSpPr>
        <dsp:cNvPr id="0" name=""/>
        <dsp:cNvSpPr/>
      </dsp:nvSpPr>
      <dsp:spPr>
        <a:xfrm>
          <a:off x="209431" y="1889867"/>
          <a:ext cx="380785" cy="380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89A4E-34E3-45DA-BF6B-82A48F947BD7}">
      <dsp:nvSpPr>
        <dsp:cNvPr id="0" name=""/>
        <dsp:cNvSpPr/>
      </dsp:nvSpPr>
      <dsp:spPr>
        <a:xfrm>
          <a:off x="799648" y="1734091"/>
          <a:ext cx="9715951" cy="692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72" tIns="73272" rIns="73272" bIns="732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Firebase Realtime Database</a:t>
          </a:r>
          <a:r>
            <a:rPr lang="en-US" sz="1900" kern="1200"/>
            <a:t> – Cloud data storage and visualization</a:t>
          </a:r>
        </a:p>
      </dsp:txBody>
      <dsp:txXfrm>
        <a:off x="799648" y="1734091"/>
        <a:ext cx="9715951" cy="692336"/>
      </dsp:txXfrm>
    </dsp:sp>
    <dsp:sp modelId="{8CFC8195-332A-4F81-8C29-67C64877F6B0}">
      <dsp:nvSpPr>
        <dsp:cNvPr id="0" name=""/>
        <dsp:cNvSpPr/>
      </dsp:nvSpPr>
      <dsp:spPr>
        <a:xfrm>
          <a:off x="0" y="2599512"/>
          <a:ext cx="10515600" cy="6923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0D00D-195C-442F-B112-8692076DAAF6}">
      <dsp:nvSpPr>
        <dsp:cNvPr id="0" name=""/>
        <dsp:cNvSpPr/>
      </dsp:nvSpPr>
      <dsp:spPr>
        <a:xfrm>
          <a:off x="209431" y="2755288"/>
          <a:ext cx="380785" cy="380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2C317-3F15-4193-9DE7-BD8169E2A0BD}">
      <dsp:nvSpPr>
        <dsp:cNvPr id="0" name=""/>
        <dsp:cNvSpPr/>
      </dsp:nvSpPr>
      <dsp:spPr>
        <a:xfrm>
          <a:off x="799648" y="2599512"/>
          <a:ext cx="9715951" cy="692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72" tIns="73272" rIns="73272" bIns="732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Serial Monitor (UART)</a:t>
          </a:r>
          <a:r>
            <a:rPr lang="en-US" sz="1900" kern="1200"/>
            <a:t> – Communication testing and debugging</a:t>
          </a:r>
        </a:p>
      </dsp:txBody>
      <dsp:txXfrm>
        <a:off x="799648" y="2599512"/>
        <a:ext cx="9715951" cy="692336"/>
      </dsp:txXfrm>
    </dsp:sp>
    <dsp:sp modelId="{3FBC3F40-2A54-49AA-82DA-C22CE121151E}">
      <dsp:nvSpPr>
        <dsp:cNvPr id="0" name=""/>
        <dsp:cNvSpPr/>
      </dsp:nvSpPr>
      <dsp:spPr>
        <a:xfrm>
          <a:off x="0" y="3464933"/>
          <a:ext cx="10515600" cy="6923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5F80B-6687-4DA7-A827-86ED83C18DDB}">
      <dsp:nvSpPr>
        <dsp:cNvPr id="0" name=""/>
        <dsp:cNvSpPr/>
      </dsp:nvSpPr>
      <dsp:spPr>
        <a:xfrm>
          <a:off x="209431" y="3620708"/>
          <a:ext cx="380785" cy="38078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13F75-A040-4F1F-85AE-0F64F1E02584}">
      <dsp:nvSpPr>
        <dsp:cNvPr id="0" name=""/>
        <dsp:cNvSpPr/>
      </dsp:nvSpPr>
      <dsp:spPr>
        <a:xfrm>
          <a:off x="799648" y="3464933"/>
          <a:ext cx="9715951" cy="692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72" tIns="73272" rIns="73272" bIns="732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Mermaid Chart / Eraser.io</a:t>
          </a:r>
          <a:r>
            <a:rPr lang="en-US" sz="1900" kern="1200"/>
            <a:t> – Block and architecture diagram design</a:t>
          </a:r>
        </a:p>
      </dsp:txBody>
      <dsp:txXfrm>
        <a:off x="799648" y="3464933"/>
        <a:ext cx="9715951" cy="6923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55BC9-3A7A-4C63-8CD5-852809E82D61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CED9E-5A4D-41B8-9639-BF6CB4490271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BAE01-AF2C-4E05-A06A-C526DBD4DD59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Accurate voltage and current measurement</a:t>
          </a:r>
        </a:p>
      </dsp:txBody>
      <dsp:txXfrm>
        <a:off x="1297085" y="2215"/>
        <a:ext cx="5354167" cy="1123017"/>
      </dsp:txXfrm>
    </dsp:sp>
    <dsp:sp modelId="{68DF91C5-B3DE-4B3D-BB0E-83862FD24F71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BCA12-6D2B-4D99-9D91-D89CFEAA774A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5408-ACC9-42A4-9CF8-139BC1918E4A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Real-time power and energy tracking</a:t>
          </a:r>
        </a:p>
      </dsp:txBody>
      <dsp:txXfrm>
        <a:off x="1297085" y="1405987"/>
        <a:ext cx="5354167" cy="1123017"/>
      </dsp:txXfrm>
    </dsp:sp>
    <dsp:sp modelId="{4766AB03-0E6F-4C23-B811-729871F05F2B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0D54D-E52D-451F-B697-6FE1D4618BC5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7F4E-277F-4716-BBC0-6B9B226ABC66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Successful cloud upload to Firebase</a:t>
          </a:r>
        </a:p>
      </dsp:txBody>
      <dsp:txXfrm>
        <a:off x="1297085" y="2809759"/>
        <a:ext cx="5354167" cy="1123017"/>
      </dsp:txXfrm>
    </dsp:sp>
    <dsp:sp modelId="{0A2C1059-ACF6-40FD-9876-ECC6E69F48E3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D2797-0C0D-4022-9CF7-A1160FD279B4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D0F0D-7388-4E75-BC28-6DC1D14B62A8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Stable system operation</a:t>
          </a:r>
        </a:p>
      </dsp:txBody>
      <dsp:txXfrm>
        <a:off x="1297085" y="4213530"/>
        <a:ext cx="5354167" cy="1123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EEAD9-9D48-44DE-8088-5ED91444F9B6}">
      <dsp:nvSpPr>
        <dsp:cNvPr id="0" name=""/>
        <dsp:cNvSpPr/>
      </dsp:nvSpPr>
      <dsp:spPr>
        <a:xfrm>
          <a:off x="0" y="456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77AE5-B975-4D0B-A246-BED92C22DA03}">
      <dsp:nvSpPr>
        <dsp:cNvPr id="0" name=""/>
        <dsp:cNvSpPr/>
      </dsp:nvSpPr>
      <dsp:spPr>
        <a:xfrm>
          <a:off x="189964" y="141752"/>
          <a:ext cx="345390" cy="345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1FC4A-5EF3-4668-B154-32E42537F3C9}">
      <dsp:nvSpPr>
        <dsp:cNvPr id="0" name=""/>
        <dsp:cNvSpPr/>
      </dsp:nvSpPr>
      <dsp:spPr>
        <a:xfrm>
          <a:off x="725319" y="456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Smart home energy monitoring</a:t>
          </a:r>
        </a:p>
      </dsp:txBody>
      <dsp:txXfrm>
        <a:off x="725319" y="456"/>
        <a:ext cx="5925933" cy="627982"/>
      </dsp:txXfrm>
    </dsp:sp>
    <dsp:sp modelId="{1A89247B-2266-46FB-BE61-18C949B79037}">
      <dsp:nvSpPr>
        <dsp:cNvPr id="0" name=""/>
        <dsp:cNvSpPr/>
      </dsp:nvSpPr>
      <dsp:spPr>
        <a:xfrm>
          <a:off x="0" y="785434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8881F-99A5-4F7F-87B1-66AE23A28AF4}">
      <dsp:nvSpPr>
        <dsp:cNvPr id="0" name=""/>
        <dsp:cNvSpPr/>
      </dsp:nvSpPr>
      <dsp:spPr>
        <a:xfrm>
          <a:off x="189964" y="926730"/>
          <a:ext cx="345390" cy="345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1B5C4-B47F-4111-AFB3-77EC364541A1}">
      <dsp:nvSpPr>
        <dsp:cNvPr id="0" name=""/>
        <dsp:cNvSpPr/>
      </dsp:nvSpPr>
      <dsp:spPr>
        <a:xfrm>
          <a:off x="725319" y="785434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Industrial power tracking</a:t>
          </a:r>
        </a:p>
      </dsp:txBody>
      <dsp:txXfrm>
        <a:off x="725319" y="785434"/>
        <a:ext cx="5925933" cy="627982"/>
      </dsp:txXfrm>
    </dsp:sp>
    <dsp:sp modelId="{4C13165C-C0CC-4889-BF8A-33C0AD5A13FA}">
      <dsp:nvSpPr>
        <dsp:cNvPr id="0" name=""/>
        <dsp:cNvSpPr/>
      </dsp:nvSpPr>
      <dsp:spPr>
        <a:xfrm>
          <a:off x="0" y="1570412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697BE-CF39-471F-9B4B-EE4C8FFE25F4}">
      <dsp:nvSpPr>
        <dsp:cNvPr id="0" name=""/>
        <dsp:cNvSpPr/>
      </dsp:nvSpPr>
      <dsp:spPr>
        <a:xfrm>
          <a:off x="189964" y="1711708"/>
          <a:ext cx="345390" cy="345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B27DF-A733-4562-BC9B-B6E9EEB51608}">
      <dsp:nvSpPr>
        <dsp:cNvPr id="0" name=""/>
        <dsp:cNvSpPr/>
      </dsp:nvSpPr>
      <dsp:spPr>
        <a:xfrm>
          <a:off x="725319" y="1570412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Utility metering systems</a:t>
          </a:r>
        </a:p>
      </dsp:txBody>
      <dsp:txXfrm>
        <a:off x="725319" y="1570412"/>
        <a:ext cx="5925933" cy="627982"/>
      </dsp:txXfrm>
    </dsp:sp>
    <dsp:sp modelId="{34822570-E2FC-462E-8B40-8CF93EF707FB}">
      <dsp:nvSpPr>
        <dsp:cNvPr id="0" name=""/>
        <dsp:cNvSpPr/>
      </dsp:nvSpPr>
      <dsp:spPr>
        <a:xfrm>
          <a:off x="0" y="2355390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A89F9-357F-4337-98C6-1062418FDA31}">
      <dsp:nvSpPr>
        <dsp:cNvPr id="0" name=""/>
        <dsp:cNvSpPr/>
      </dsp:nvSpPr>
      <dsp:spPr>
        <a:xfrm>
          <a:off x="189964" y="2496686"/>
          <a:ext cx="345390" cy="345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6BB40-DC1F-4F16-8B96-DF05C6814DF8}">
      <dsp:nvSpPr>
        <dsp:cNvPr id="0" name=""/>
        <dsp:cNvSpPr/>
      </dsp:nvSpPr>
      <dsp:spPr>
        <a:xfrm>
          <a:off x="725319" y="2355390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Energy conservation awareness</a:t>
          </a:r>
        </a:p>
      </dsp:txBody>
      <dsp:txXfrm>
        <a:off x="725319" y="2355390"/>
        <a:ext cx="5925933" cy="627982"/>
      </dsp:txXfrm>
    </dsp:sp>
    <dsp:sp modelId="{9558B28F-9DB6-4A7C-A610-F007AE2D3AB9}">
      <dsp:nvSpPr>
        <dsp:cNvPr id="0" name=""/>
        <dsp:cNvSpPr/>
      </dsp:nvSpPr>
      <dsp:spPr>
        <a:xfrm>
          <a:off x="0" y="3140368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448F4-87A0-4EDE-976A-E2146ED789F6}">
      <dsp:nvSpPr>
        <dsp:cNvPr id="0" name=""/>
        <dsp:cNvSpPr/>
      </dsp:nvSpPr>
      <dsp:spPr>
        <a:xfrm>
          <a:off x="189964" y="3281664"/>
          <a:ext cx="345390" cy="3453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E55D1-F357-46A6-AF21-546817E49187}">
      <dsp:nvSpPr>
        <dsp:cNvPr id="0" name=""/>
        <dsp:cNvSpPr/>
      </dsp:nvSpPr>
      <dsp:spPr>
        <a:xfrm>
          <a:off x="725319" y="3140368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Reduced energy wastage</a:t>
          </a:r>
        </a:p>
      </dsp:txBody>
      <dsp:txXfrm>
        <a:off x="725319" y="3140368"/>
        <a:ext cx="5925933" cy="627982"/>
      </dsp:txXfrm>
    </dsp:sp>
    <dsp:sp modelId="{1FE2B2C9-B3EA-4814-A0B7-6C7A04912941}">
      <dsp:nvSpPr>
        <dsp:cNvPr id="0" name=""/>
        <dsp:cNvSpPr/>
      </dsp:nvSpPr>
      <dsp:spPr>
        <a:xfrm>
          <a:off x="0" y="3925347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39EB1-1BB9-4C0B-9B3F-CA8ECEA3A2D9}">
      <dsp:nvSpPr>
        <dsp:cNvPr id="0" name=""/>
        <dsp:cNvSpPr/>
      </dsp:nvSpPr>
      <dsp:spPr>
        <a:xfrm>
          <a:off x="189964" y="4066643"/>
          <a:ext cx="345390" cy="3453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3D579-3E1E-42E0-A899-165D208353F2}">
      <dsp:nvSpPr>
        <dsp:cNvPr id="0" name=""/>
        <dsp:cNvSpPr/>
      </dsp:nvSpPr>
      <dsp:spPr>
        <a:xfrm>
          <a:off x="725319" y="3925347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Better consumption analysis</a:t>
          </a:r>
        </a:p>
      </dsp:txBody>
      <dsp:txXfrm>
        <a:off x="725319" y="3925347"/>
        <a:ext cx="5925933" cy="627982"/>
      </dsp:txXfrm>
    </dsp:sp>
    <dsp:sp modelId="{11AA55D7-12CD-4743-9629-CDDEF3DD2E5F}">
      <dsp:nvSpPr>
        <dsp:cNvPr id="0" name=""/>
        <dsp:cNvSpPr/>
      </dsp:nvSpPr>
      <dsp:spPr>
        <a:xfrm>
          <a:off x="0" y="4710325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B21C0-F850-49CF-9027-99381091B9B1}">
      <dsp:nvSpPr>
        <dsp:cNvPr id="0" name=""/>
        <dsp:cNvSpPr/>
      </dsp:nvSpPr>
      <dsp:spPr>
        <a:xfrm>
          <a:off x="189964" y="4851621"/>
          <a:ext cx="345390" cy="34539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EFBB4-DB63-4DC4-8F1E-AB96C4FD8C7B}">
      <dsp:nvSpPr>
        <dsp:cNvPr id="0" name=""/>
        <dsp:cNvSpPr/>
      </dsp:nvSpPr>
      <dsp:spPr>
        <a:xfrm>
          <a:off x="725319" y="4710325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Cost-effective monitoring solution</a:t>
          </a:r>
        </a:p>
      </dsp:txBody>
      <dsp:txXfrm>
        <a:off x="725319" y="4710325"/>
        <a:ext cx="5925933" cy="6279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28F2-3357-4FF5-BDB3-0D64DF6DF4C3}">
      <dsp:nvSpPr>
        <dsp:cNvPr id="0" name=""/>
        <dsp:cNvSpPr/>
      </dsp:nvSpPr>
      <dsp:spPr>
        <a:xfrm>
          <a:off x="0" y="542996"/>
          <a:ext cx="2885747" cy="18324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2C16-0DC8-412A-A73B-9EC4C1834EDF}">
      <dsp:nvSpPr>
        <dsp:cNvPr id="0" name=""/>
        <dsp:cNvSpPr/>
      </dsp:nvSpPr>
      <dsp:spPr>
        <a:xfrm>
          <a:off x="320638" y="847603"/>
          <a:ext cx="2885747" cy="1832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STM32 ADC configuration</a:t>
          </a:r>
        </a:p>
      </dsp:txBody>
      <dsp:txXfrm>
        <a:off x="374309" y="901274"/>
        <a:ext cx="2778405" cy="1725107"/>
      </dsp:txXfrm>
    </dsp:sp>
    <dsp:sp modelId="{D3E27AC6-136B-43B7-915D-97BA4FB3E4AF}">
      <dsp:nvSpPr>
        <dsp:cNvPr id="0" name=""/>
        <dsp:cNvSpPr/>
      </dsp:nvSpPr>
      <dsp:spPr>
        <a:xfrm>
          <a:off x="3527024" y="542996"/>
          <a:ext cx="2885747" cy="18324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8D425-05F6-4A44-AE07-9D260EB5074E}">
      <dsp:nvSpPr>
        <dsp:cNvPr id="0" name=""/>
        <dsp:cNvSpPr/>
      </dsp:nvSpPr>
      <dsp:spPr>
        <a:xfrm>
          <a:off x="3847662" y="847603"/>
          <a:ext cx="2885747" cy="1832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RMS and power calculations</a:t>
          </a:r>
        </a:p>
      </dsp:txBody>
      <dsp:txXfrm>
        <a:off x="3901333" y="901274"/>
        <a:ext cx="2778405" cy="1725107"/>
      </dsp:txXfrm>
    </dsp:sp>
    <dsp:sp modelId="{1179CD3B-3C56-4777-9F27-9FA17BFCFAA2}">
      <dsp:nvSpPr>
        <dsp:cNvPr id="0" name=""/>
        <dsp:cNvSpPr/>
      </dsp:nvSpPr>
      <dsp:spPr>
        <a:xfrm>
          <a:off x="7054048" y="542996"/>
          <a:ext cx="2885747" cy="18324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66AA2-5ECC-4931-BDD8-BD380DC34DC5}">
      <dsp:nvSpPr>
        <dsp:cNvPr id="0" name=""/>
        <dsp:cNvSpPr/>
      </dsp:nvSpPr>
      <dsp:spPr>
        <a:xfrm>
          <a:off x="7374686" y="847603"/>
          <a:ext cx="2885747" cy="1832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STM32 Programming </a:t>
          </a:r>
        </a:p>
      </dsp:txBody>
      <dsp:txXfrm>
        <a:off x="7428357" y="901274"/>
        <a:ext cx="2778405" cy="17251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28F2-3357-4FF5-BDB3-0D64DF6DF4C3}">
      <dsp:nvSpPr>
        <dsp:cNvPr id="0" name=""/>
        <dsp:cNvSpPr/>
      </dsp:nvSpPr>
      <dsp:spPr>
        <a:xfrm>
          <a:off x="0" y="547364"/>
          <a:ext cx="2873950" cy="18249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2C16-0DC8-412A-A73B-9EC4C1834EDF}">
      <dsp:nvSpPr>
        <dsp:cNvPr id="0" name=""/>
        <dsp:cNvSpPr/>
      </dsp:nvSpPr>
      <dsp:spPr>
        <a:xfrm>
          <a:off x="319327" y="850726"/>
          <a:ext cx="2873950" cy="18249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ESP32 programming</a:t>
          </a:r>
        </a:p>
      </dsp:txBody>
      <dsp:txXfrm>
        <a:off x="372778" y="904177"/>
        <a:ext cx="2767048" cy="1718056"/>
      </dsp:txXfrm>
    </dsp:sp>
    <dsp:sp modelId="{D3E27AC6-136B-43B7-915D-97BA4FB3E4AF}">
      <dsp:nvSpPr>
        <dsp:cNvPr id="0" name=""/>
        <dsp:cNvSpPr/>
      </dsp:nvSpPr>
      <dsp:spPr>
        <a:xfrm>
          <a:off x="3512605" y="547364"/>
          <a:ext cx="2873950" cy="18249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8D425-05F6-4A44-AE07-9D260EB5074E}">
      <dsp:nvSpPr>
        <dsp:cNvPr id="0" name=""/>
        <dsp:cNvSpPr/>
      </dsp:nvSpPr>
      <dsp:spPr>
        <a:xfrm>
          <a:off x="3831933" y="850726"/>
          <a:ext cx="2873950" cy="18249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Firebase cloud integration</a:t>
          </a:r>
        </a:p>
      </dsp:txBody>
      <dsp:txXfrm>
        <a:off x="3885384" y="904177"/>
        <a:ext cx="2767048" cy="1718056"/>
      </dsp:txXfrm>
    </dsp:sp>
    <dsp:sp modelId="{1179CD3B-3C56-4777-9F27-9FA17BFCFAA2}">
      <dsp:nvSpPr>
        <dsp:cNvPr id="0" name=""/>
        <dsp:cNvSpPr/>
      </dsp:nvSpPr>
      <dsp:spPr>
        <a:xfrm>
          <a:off x="7025211" y="547364"/>
          <a:ext cx="2873950" cy="18249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66AA2-5ECC-4931-BDD8-BD380DC34DC5}">
      <dsp:nvSpPr>
        <dsp:cNvPr id="0" name=""/>
        <dsp:cNvSpPr/>
      </dsp:nvSpPr>
      <dsp:spPr>
        <a:xfrm>
          <a:off x="7344538" y="850726"/>
          <a:ext cx="2873950" cy="18249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System Integration </a:t>
          </a:r>
        </a:p>
      </dsp:txBody>
      <dsp:txXfrm>
        <a:off x="7397989" y="904177"/>
        <a:ext cx="2767048" cy="17180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28F2-3357-4FF5-BDB3-0D64DF6DF4C3}">
      <dsp:nvSpPr>
        <dsp:cNvPr id="0" name=""/>
        <dsp:cNvSpPr/>
      </dsp:nvSpPr>
      <dsp:spPr>
        <a:xfrm>
          <a:off x="0" y="482694"/>
          <a:ext cx="2822043" cy="17919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2C16-0DC8-412A-A73B-9EC4C1834EDF}">
      <dsp:nvSpPr>
        <dsp:cNvPr id="0" name=""/>
        <dsp:cNvSpPr/>
      </dsp:nvSpPr>
      <dsp:spPr>
        <a:xfrm>
          <a:off x="313560" y="780576"/>
          <a:ext cx="2822043" cy="17919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Circuit design </a:t>
          </a:r>
        </a:p>
      </dsp:txBody>
      <dsp:txXfrm>
        <a:off x="366046" y="833062"/>
        <a:ext cx="2717071" cy="1687025"/>
      </dsp:txXfrm>
    </dsp:sp>
    <dsp:sp modelId="{D3E27AC6-136B-43B7-915D-97BA4FB3E4AF}">
      <dsp:nvSpPr>
        <dsp:cNvPr id="0" name=""/>
        <dsp:cNvSpPr/>
      </dsp:nvSpPr>
      <dsp:spPr>
        <a:xfrm>
          <a:off x="3449163" y="482694"/>
          <a:ext cx="2822043" cy="17919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8D425-05F6-4A44-AE07-9D260EB5074E}">
      <dsp:nvSpPr>
        <dsp:cNvPr id="0" name=""/>
        <dsp:cNvSpPr/>
      </dsp:nvSpPr>
      <dsp:spPr>
        <a:xfrm>
          <a:off x="3762724" y="780576"/>
          <a:ext cx="2822043" cy="17919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Circuit Testing</a:t>
          </a:r>
        </a:p>
      </dsp:txBody>
      <dsp:txXfrm>
        <a:off x="3815210" y="833062"/>
        <a:ext cx="2717071" cy="1687025"/>
      </dsp:txXfrm>
    </dsp:sp>
    <dsp:sp modelId="{1179CD3B-3C56-4777-9F27-9FA17BFCFAA2}">
      <dsp:nvSpPr>
        <dsp:cNvPr id="0" name=""/>
        <dsp:cNvSpPr/>
      </dsp:nvSpPr>
      <dsp:spPr>
        <a:xfrm>
          <a:off x="6898327" y="482694"/>
          <a:ext cx="2822043" cy="17919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66AA2-5ECC-4931-BDD8-BD380DC34DC5}">
      <dsp:nvSpPr>
        <dsp:cNvPr id="0" name=""/>
        <dsp:cNvSpPr/>
      </dsp:nvSpPr>
      <dsp:spPr>
        <a:xfrm>
          <a:off x="7211887" y="780576"/>
          <a:ext cx="2822043" cy="17919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UART communication</a:t>
          </a:r>
        </a:p>
      </dsp:txBody>
      <dsp:txXfrm>
        <a:off x="7264373" y="833062"/>
        <a:ext cx="2717071" cy="16870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28F2-3357-4FF5-BDB3-0D64DF6DF4C3}">
      <dsp:nvSpPr>
        <dsp:cNvPr id="0" name=""/>
        <dsp:cNvSpPr/>
      </dsp:nvSpPr>
      <dsp:spPr>
        <a:xfrm>
          <a:off x="0" y="683157"/>
          <a:ext cx="2824402" cy="17934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2C16-0DC8-412A-A73B-9EC4C1834EDF}">
      <dsp:nvSpPr>
        <dsp:cNvPr id="0" name=""/>
        <dsp:cNvSpPr/>
      </dsp:nvSpPr>
      <dsp:spPr>
        <a:xfrm>
          <a:off x="313822" y="981288"/>
          <a:ext cx="2824402" cy="179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Calibration of Sensors </a:t>
          </a:r>
        </a:p>
      </dsp:txBody>
      <dsp:txXfrm>
        <a:off x="366352" y="1033818"/>
        <a:ext cx="2719342" cy="1688435"/>
      </dsp:txXfrm>
    </dsp:sp>
    <dsp:sp modelId="{D3E27AC6-136B-43B7-915D-97BA4FB3E4AF}">
      <dsp:nvSpPr>
        <dsp:cNvPr id="0" name=""/>
        <dsp:cNvSpPr/>
      </dsp:nvSpPr>
      <dsp:spPr>
        <a:xfrm>
          <a:off x="3452047" y="683157"/>
          <a:ext cx="2824402" cy="17934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8D425-05F6-4A44-AE07-9D260EB5074E}">
      <dsp:nvSpPr>
        <dsp:cNvPr id="0" name=""/>
        <dsp:cNvSpPr/>
      </dsp:nvSpPr>
      <dsp:spPr>
        <a:xfrm>
          <a:off x="3765869" y="981288"/>
          <a:ext cx="2824402" cy="179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Documentation and Presentation </a:t>
          </a:r>
        </a:p>
      </dsp:txBody>
      <dsp:txXfrm>
        <a:off x="3818399" y="1033818"/>
        <a:ext cx="2719342" cy="1688435"/>
      </dsp:txXfrm>
    </dsp:sp>
    <dsp:sp modelId="{1179CD3B-3C56-4777-9F27-9FA17BFCFAA2}">
      <dsp:nvSpPr>
        <dsp:cNvPr id="0" name=""/>
        <dsp:cNvSpPr/>
      </dsp:nvSpPr>
      <dsp:spPr>
        <a:xfrm>
          <a:off x="6845771" y="663715"/>
          <a:ext cx="2824402" cy="17934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66AA2-5ECC-4931-BDD8-BD380DC34DC5}">
      <dsp:nvSpPr>
        <dsp:cNvPr id="0" name=""/>
        <dsp:cNvSpPr/>
      </dsp:nvSpPr>
      <dsp:spPr>
        <a:xfrm>
          <a:off x="7159593" y="961846"/>
          <a:ext cx="2824402" cy="179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FreeRTOS </a:t>
          </a:r>
        </a:p>
      </dsp:txBody>
      <dsp:txXfrm>
        <a:off x="7212123" y="1014376"/>
        <a:ext cx="2719342" cy="16884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7A8DE-BB1F-43EC-AA06-798CE45A2FC1}">
      <dsp:nvSpPr>
        <dsp:cNvPr id="0" name=""/>
        <dsp:cNvSpPr/>
      </dsp:nvSpPr>
      <dsp:spPr>
        <a:xfrm>
          <a:off x="110766" y="200293"/>
          <a:ext cx="1283492" cy="128349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956BC-D484-4633-A970-B26EB6B1FDE1}">
      <dsp:nvSpPr>
        <dsp:cNvPr id="0" name=""/>
        <dsp:cNvSpPr/>
      </dsp:nvSpPr>
      <dsp:spPr>
        <a:xfrm>
          <a:off x="380300" y="469826"/>
          <a:ext cx="744425" cy="7444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21A81-F4C2-410E-8984-46CF2D58980D}">
      <dsp:nvSpPr>
        <dsp:cNvPr id="0" name=""/>
        <dsp:cNvSpPr/>
      </dsp:nvSpPr>
      <dsp:spPr>
        <a:xfrm>
          <a:off x="1669293" y="200293"/>
          <a:ext cx="3025375" cy="128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FreeRTOS task-based embedded design</a:t>
          </a:r>
        </a:p>
      </dsp:txBody>
      <dsp:txXfrm>
        <a:off x="1669293" y="200293"/>
        <a:ext cx="3025375" cy="1283492"/>
      </dsp:txXfrm>
    </dsp:sp>
    <dsp:sp modelId="{17282A0A-8162-49B1-B47A-551ED385C8AD}">
      <dsp:nvSpPr>
        <dsp:cNvPr id="0" name=""/>
        <dsp:cNvSpPr/>
      </dsp:nvSpPr>
      <dsp:spPr>
        <a:xfrm>
          <a:off x="5221817" y="200293"/>
          <a:ext cx="1283492" cy="128349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EADA2-778A-4FFB-AA88-089FC5A5BF8E}">
      <dsp:nvSpPr>
        <dsp:cNvPr id="0" name=""/>
        <dsp:cNvSpPr/>
      </dsp:nvSpPr>
      <dsp:spPr>
        <a:xfrm>
          <a:off x="5491350" y="469826"/>
          <a:ext cx="744425" cy="7444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3E52A-BAF4-4680-B9B2-3301C661268F}">
      <dsp:nvSpPr>
        <dsp:cNvPr id="0" name=""/>
        <dsp:cNvSpPr/>
      </dsp:nvSpPr>
      <dsp:spPr>
        <a:xfrm>
          <a:off x="6780343" y="200293"/>
          <a:ext cx="3025375" cy="128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ADC signal processing</a:t>
          </a:r>
        </a:p>
      </dsp:txBody>
      <dsp:txXfrm>
        <a:off x="6780343" y="200293"/>
        <a:ext cx="3025375" cy="1283492"/>
      </dsp:txXfrm>
    </dsp:sp>
    <dsp:sp modelId="{B47160F9-AD37-4D14-8B06-C5134F1ECB91}">
      <dsp:nvSpPr>
        <dsp:cNvPr id="0" name=""/>
        <dsp:cNvSpPr/>
      </dsp:nvSpPr>
      <dsp:spPr>
        <a:xfrm>
          <a:off x="110766" y="2091601"/>
          <a:ext cx="1283492" cy="128349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6DB09-28CB-4C60-B9CE-41E859FABB8A}">
      <dsp:nvSpPr>
        <dsp:cNvPr id="0" name=""/>
        <dsp:cNvSpPr/>
      </dsp:nvSpPr>
      <dsp:spPr>
        <a:xfrm>
          <a:off x="380300" y="2361135"/>
          <a:ext cx="744425" cy="7444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91710-4CCD-484D-84AC-3FC9D9ED3B45}">
      <dsp:nvSpPr>
        <dsp:cNvPr id="0" name=""/>
        <dsp:cNvSpPr/>
      </dsp:nvSpPr>
      <dsp:spPr>
        <a:xfrm>
          <a:off x="1669293" y="2091601"/>
          <a:ext cx="3025375" cy="128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Embedded-to-cloud communication</a:t>
          </a:r>
        </a:p>
      </dsp:txBody>
      <dsp:txXfrm>
        <a:off x="1669293" y="2091601"/>
        <a:ext cx="3025375" cy="1283492"/>
      </dsp:txXfrm>
    </dsp:sp>
    <dsp:sp modelId="{CF31B5A2-2052-43D3-BDCF-C54C46A6DF4A}">
      <dsp:nvSpPr>
        <dsp:cNvPr id="0" name=""/>
        <dsp:cNvSpPr/>
      </dsp:nvSpPr>
      <dsp:spPr>
        <a:xfrm>
          <a:off x="5221817" y="2091601"/>
          <a:ext cx="1283492" cy="128349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F9D44-0ABB-49C2-9585-03793C3FD285}">
      <dsp:nvSpPr>
        <dsp:cNvPr id="0" name=""/>
        <dsp:cNvSpPr/>
      </dsp:nvSpPr>
      <dsp:spPr>
        <a:xfrm>
          <a:off x="5491350" y="2361135"/>
          <a:ext cx="744425" cy="7444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FEB1D-4AF4-4AFF-9681-112AA1D85A8B}">
      <dsp:nvSpPr>
        <dsp:cNvPr id="0" name=""/>
        <dsp:cNvSpPr/>
      </dsp:nvSpPr>
      <dsp:spPr>
        <a:xfrm>
          <a:off x="6780343" y="2091601"/>
          <a:ext cx="3025375" cy="128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Real-time system integration</a:t>
          </a:r>
        </a:p>
      </dsp:txBody>
      <dsp:txXfrm>
        <a:off x="6780343" y="2091601"/>
        <a:ext cx="3025375" cy="128349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4FF97-FDED-4DB5-B434-C6272D158041}">
      <dsp:nvSpPr>
        <dsp:cNvPr id="0" name=""/>
        <dsp:cNvSpPr/>
      </dsp:nvSpPr>
      <dsp:spPr>
        <a:xfrm>
          <a:off x="86589" y="268474"/>
          <a:ext cx="1271013" cy="12710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78859-DE1C-477C-A1C5-78388EC16ADC}">
      <dsp:nvSpPr>
        <dsp:cNvPr id="0" name=""/>
        <dsp:cNvSpPr/>
      </dsp:nvSpPr>
      <dsp:spPr>
        <a:xfrm>
          <a:off x="353502" y="535387"/>
          <a:ext cx="737188" cy="737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F6ADC-15E4-4CA2-B406-068D0F18556F}">
      <dsp:nvSpPr>
        <dsp:cNvPr id="0" name=""/>
        <dsp:cNvSpPr/>
      </dsp:nvSpPr>
      <dsp:spPr>
        <a:xfrm>
          <a:off x="1629963" y="268474"/>
          <a:ext cx="2995961" cy="127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Successfully designed a smart energy monitoring system</a:t>
          </a:r>
        </a:p>
      </dsp:txBody>
      <dsp:txXfrm>
        <a:off x="1629963" y="268474"/>
        <a:ext cx="2995961" cy="1271013"/>
      </dsp:txXfrm>
    </dsp:sp>
    <dsp:sp modelId="{C6BCC81C-93ED-447B-AA43-0869D11B26A3}">
      <dsp:nvSpPr>
        <dsp:cNvPr id="0" name=""/>
        <dsp:cNvSpPr/>
      </dsp:nvSpPr>
      <dsp:spPr>
        <a:xfrm>
          <a:off x="5147948" y="268474"/>
          <a:ext cx="1271013" cy="12710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389BE-B728-4D10-9EDB-7EBE6F1C49A4}">
      <dsp:nvSpPr>
        <dsp:cNvPr id="0" name=""/>
        <dsp:cNvSpPr/>
      </dsp:nvSpPr>
      <dsp:spPr>
        <a:xfrm>
          <a:off x="5414861" y="535387"/>
          <a:ext cx="737188" cy="737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8F84D-5FFC-4841-A6F9-47F2AE0B5502}">
      <dsp:nvSpPr>
        <dsp:cNvPr id="0" name=""/>
        <dsp:cNvSpPr/>
      </dsp:nvSpPr>
      <dsp:spPr>
        <a:xfrm>
          <a:off x="6691322" y="268474"/>
          <a:ext cx="2995961" cy="127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Demonstrated real-time cloud-based billing</a:t>
          </a:r>
        </a:p>
      </dsp:txBody>
      <dsp:txXfrm>
        <a:off x="6691322" y="268474"/>
        <a:ext cx="2995961" cy="1271013"/>
      </dsp:txXfrm>
    </dsp:sp>
    <dsp:sp modelId="{6079AD5C-CF7E-40BF-81E6-3AD90C887C9D}">
      <dsp:nvSpPr>
        <dsp:cNvPr id="0" name=""/>
        <dsp:cNvSpPr/>
      </dsp:nvSpPr>
      <dsp:spPr>
        <a:xfrm>
          <a:off x="86589" y="2170122"/>
          <a:ext cx="1271013" cy="12710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E9516-19DB-4FF8-9AD5-5F0C1C6E0561}">
      <dsp:nvSpPr>
        <dsp:cNvPr id="0" name=""/>
        <dsp:cNvSpPr/>
      </dsp:nvSpPr>
      <dsp:spPr>
        <a:xfrm>
          <a:off x="353502" y="2437035"/>
          <a:ext cx="737188" cy="737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AF4B4-0A15-4493-BF6C-CD51ECFD0514}">
      <dsp:nvSpPr>
        <dsp:cNvPr id="0" name=""/>
        <dsp:cNvSpPr/>
      </dsp:nvSpPr>
      <dsp:spPr>
        <a:xfrm>
          <a:off x="1629963" y="2170122"/>
          <a:ext cx="2995961" cy="127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 meets embedded system design objectives</a:t>
          </a:r>
        </a:p>
      </dsp:txBody>
      <dsp:txXfrm>
        <a:off x="1629963" y="2170122"/>
        <a:ext cx="2995961" cy="1271013"/>
      </dsp:txXfrm>
    </dsp:sp>
    <dsp:sp modelId="{BB9B21E1-DA46-4E83-B084-ADDD76851028}">
      <dsp:nvSpPr>
        <dsp:cNvPr id="0" name=""/>
        <dsp:cNvSpPr/>
      </dsp:nvSpPr>
      <dsp:spPr>
        <a:xfrm>
          <a:off x="5147948" y="2170122"/>
          <a:ext cx="1271013" cy="12710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475A8-EFC6-487E-80BB-84BAEC338813}">
      <dsp:nvSpPr>
        <dsp:cNvPr id="0" name=""/>
        <dsp:cNvSpPr/>
      </dsp:nvSpPr>
      <dsp:spPr>
        <a:xfrm>
          <a:off x="5414861" y="2437035"/>
          <a:ext cx="737188" cy="7371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85D82-3C3F-474D-8DC0-1A33C9501347}">
      <dsp:nvSpPr>
        <dsp:cNvPr id="0" name=""/>
        <dsp:cNvSpPr/>
      </dsp:nvSpPr>
      <dsp:spPr>
        <a:xfrm>
          <a:off x="6691322" y="2170122"/>
          <a:ext cx="2995961" cy="127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Can be extended to smart grid applications</a:t>
          </a:r>
        </a:p>
      </dsp:txBody>
      <dsp:txXfrm>
        <a:off x="6691322" y="2170122"/>
        <a:ext cx="2995961" cy="127101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4473B-8443-41D3-8B4D-FD6F322BDACF}">
      <dsp:nvSpPr>
        <dsp:cNvPr id="0" name=""/>
        <dsp:cNvSpPr/>
      </dsp:nvSpPr>
      <dsp:spPr>
        <a:xfrm>
          <a:off x="0" y="471581"/>
          <a:ext cx="665125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DF48E-29F4-4CB9-8286-EDBA6FD0E604}">
      <dsp:nvSpPr>
        <dsp:cNvPr id="0" name=""/>
        <dsp:cNvSpPr/>
      </dsp:nvSpPr>
      <dsp:spPr>
        <a:xfrm>
          <a:off x="332562" y="28781"/>
          <a:ext cx="4655877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Dr. Wajid Mumtaz</a:t>
          </a:r>
        </a:p>
      </dsp:txBody>
      <dsp:txXfrm>
        <a:off x="375793" y="72012"/>
        <a:ext cx="4569415" cy="799138"/>
      </dsp:txXfrm>
    </dsp:sp>
    <dsp:sp modelId="{B55CEAC8-D980-4D7C-A99D-788DB1778C8C}">
      <dsp:nvSpPr>
        <dsp:cNvPr id="0" name=""/>
        <dsp:cNvSpPr/>
      </dsp:nvSpPr>
      <dsp:spPr>
        <a:xfrm>
          <a:off x="0" y="1832381"/>
          <a:ext cx="665125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43869-1FE6-4627-B378-B9ED451A01CF}">
      <dsp:nvSpPr>
        <dsp:cNvPr id="0" name=""/>
        <dsp:cNvSpPr/>
      </dsp:nvSpPr>
      <dsp:spPr>
        <a:xfrm>
          <a:off x="332562" y="1389581"/>
          <a:ext cx="4655877" cy="885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Mr. Adnan Aslam</a:t>
          </a:r>
        </a:p>
      </dsp:txBody>
      <dsp:txXfrm>
        <a:off x="375793" y="1432812"/>
        <a:ext cx="4569415" cy="799138"/>
      </dsp:txXfrm>
    </dsp:sp>
    <dsp:sp modelId="{88FFECC2-B616-44D7-AFE0-9A3EDB45DEE8}">
      <dsp:nvSpPr>
        <dsp:cNvPr id="0" name=""/>
        <dsp:cNvSpPr/>
      </dsp:nvSpPr>
      <dsp:spPr>
        <a:xfrm>
          <a:off x="0" y="3193182"/>
          <a:ext cx="665125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EE7DB-FCF8-4A7E-B510-402B9BC9816A}">
      <dsp:nvSpPr>
        <dsp:cNvPr id="0" name=""/>
        <dsp:cNvSpPr/>
      </dsp:nvSpPr>
      <dsp:spPr>
        <a:xfrm>
          <a:off x="332562" y="2750381"/>
          <a:ext cx="4655877" cy="88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EE Department</a:t>
          </a:r>
        </a:p>
      </dsp:txBody>
      <dsp:txXfrm>
        <a:off x="375793" y="2793612"/>
        <a:ext cx="4569415" cy="799138"/>
      </dsp:txXfrm>
    </dsp:sp>
    <dsp:sp modelId="{0EB1E8C0-9BE8-4C4F-820A-44255B4CCDF1}">
      <dsp:nvSpPr>
        <dsp:cNvPr id="0" name=""/>
        <dsp:cNvSpPr/>
      </dsp:nvSpPr>
      <dsp:spPr>
        <a:xfrm>
          <a:off x="0" y="4553982"/>
          <a:ext cx="665125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464DE-C5C4-4155-BA0E-896EA9414D34}">
      <dsp:nvSpPr>
        <dsp:cNvPr id="0" name=""/>
        <dsp:cNvSpPr/>
      </dsp:nvSpPr>
      <dsp:spPr>
        <a:xfrm>
          <a:off x="332562" y="4111182"/>
          <a:ext cx="4655877" cy="88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Teammates</a:t>
          </a:r>
        </a:p>
      </dsp:txBody>
      <dsp:txXfrm>
        <a:off x="375793" y="4154413"/>
        <a:ext cx="4569415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22153-10C8-4FB8-88AC-5E116081C03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09793-5461-4EB9-A218-BCA9A2269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60D4-1BBF-48D8-8A8B-E727457C9DD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0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83CA5-0D3F-421A-8F9F-77B34A670B7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1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9A96-412A-4F4A-9BC9-876419F04B2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9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B06F-97F3-438A-AEC1-8807C87AFBB4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6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152B-F35B-4802-8CF8-3FC9AB0A8F8F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400D-E3D1-4D54-9439-C67C4B00665B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5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7E0E-4EEF-4062-B802-E3D52197B7C0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5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2505-1AFA-4245-896F-CB3734BB4F75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7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614C-3C5A-4A50-ACEF-48347F1F3A14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1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60C7-5897-4CE6-AB93-51C129C77706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E014C-2A9B-42B5-8531-88487029700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1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6B16-60B7-4F88-ADF4-4D6B2AD13DFB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5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05303-9056-4D50-8168-DCA191B751CD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8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ue and yellow wavy lines&#10;&#10;Description automatically generated">
            <a:extLst>
              <a:ext uri="{FF2B5EF4-FFF2-40B4-BE49-F238E27FC236}">
                <a16:creationId xmlns:a16="http://schemas.microsoft.com/office/drawing/2014/main" id="{AF2B6C67-E2A6-BDE8-BA97-77C8F880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5" r="923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9FD11-24E3-52EC-BB26-C93200B1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5189" y="1534329"/>
            <a:ext cx="6040292" cy="9979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i="1" dirty="0"/>
              <a:t>FreeRTOS-Based Smart Energy Monitoring and Billing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1DBF-BBE8-5AA1-BC0B-B7125BCDD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Team Members: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Awais Asghar (427265)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Muhammad Haris (417629)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Saad Farooq (418794)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dirty="0"/>
              <a:t>Aneeq Ur Rehman (422095)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C768F08-A6CF-AA09-25E3-EDAAFCB55627}"/>
              </a:ext>
            </a:extLst>
          </p:cNvPr>
          <p:cNvSpPr txBox="1">
            <a:spLocks/>
          </p:cNvSpPr>
          <p:nvPr/>
        </p:nvSpPr>
        <p:spPr>
          <a:xfrm>
            <a:off x="3114781" y="2676509"/>
            <a:ext cx="5861107" cy="383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EE-423 Embedded Systems Design (Dr. Wajid mumtaz)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726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D873A-95D0-9C18-E183-300B6DA6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 of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1C2F-6082-834B-132B-4BE640E0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400" y="604007"/>
            <a:ext cx="4881463" cy="5880683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Problem Statement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Proposed Solution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Block Diagram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Methodology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Calculations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Code Implementation</a:t>
            </a: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Tools and Technologies 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Project Hardware 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Results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Applications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Team Contributions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Key Learnings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Conclusion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Acknowledgment &amp; References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0751F-1C6E-6A4E-DCB1-421B4704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85031-0767-D9CE-3B03-42AD9CA4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  <a:endParaRPr lang="en-US" sz="3600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656BAACA-1ED1-D98C-6F91-B0B131DBF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39453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D64CB-5025-56F1-ADD9-0AE09AF4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7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B4667-A725-D38F-B106-357EAF47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Proposed Solution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78C4AE6-A21F-CC15-A20E-2DC6FC7E38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01380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B96AA-AFF4-1523-A9DF-9D085B4E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8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08E-2F43-4ADE-C91E-6D59FEF9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5271141C-0214-BB7E-8476-3A420809D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439834"/>
            <a:ext cx="9980385" cy="20314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DFDA26-A605-0C49-3910-400ECC015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9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320F-5B97-55AC-7147-C5DEF4D2A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5" name="Picture 4" descr="A diagram of a computer chip&#10;&#10;Description automatically generated">
            <a:extLst>
              <a:ext uri="{FF2B5EF4-FFF2-40B4-BE49-F238E27FC236}">
                <a16:creationId xmlns:a16="http://schemas.microsoft.com/office/drawing/2014/main" id="{2A6FB84F-8F74-91EC-F9D8-3A96747B5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76261"/>
            <a:ext cx="10109433" cy="373352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92D7F-2F93-1CB4-D708-9F315552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C51CE-2AB1-AD97-340B-E31ED2BE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Calculations</a:t>
            </a:r>
            <a:endParaRPr lang="en-US"/>
          </a:p>
        </p:txBody>
      </p:sp>
      <p:pic>
        <p:nvPicPr>
          <p:cNvPr id="5" name="Picture 4" descr="Close-up of a calculator keypad">
            <a:extLst>
              <a:ext uri="{FF2B5EF4-FFF2-40B4-BE49-F238E27FC236}">
                <a16:creationId xmlns:a16="http://schemas.microsoft.com/office/drawing/2014/main" id="{9BB30FC4-90AC-C9F9-4793-D44F5CF8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39" r="23773" b="-1"/>
          <a:stretch>
            <a:fillRect/>
          </a:stretch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A916A-3096-2F6A-963D-8E8B415D7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3788" y="2333296"/>
                <a:ext cx="4840010" cy="305243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RMS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𝑟𝑚𝑠</m:t>
                        </m:r>
                      </m:sub>
                    </m:sSub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0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RMS 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rms</m:t>
                        </m:r>
                      </m:sub>
                    </m:sSub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Power: </a:t>
                </a:r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𝑟𝑚𝑠</m:t>
                        </m:r>
                      </m:sub>
                    </m:sSub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𝑟𝑚𝑠</m:t>
                        </m:r>
                      </m:sub>
                    </m:sSub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𝑃𝐹</m:t>
                    </m:r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effectLst/>
                    <a:latin typeface="Century Gothic" panose="020B0502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Energy: </a:t>
                </a:r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𝐸𝑛𝑒𝑟𝑔𝑦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𝑘𝑊h</m:t>
                        </m:r>
                      </m:e>
                    </m:d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1000</m:t>
                        </m:r>
                      </m:den>
                    </m:f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Bill: </a:t>
                </a:r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𝐵𝑖𝑙𝑙</m:t>
                    </m:r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𝐸𝑛𝑒𝑟𝑔𝑦</m:t>
                    </m:r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𝐶𝑜𝑠𝑡𝑃𝑒𝑟𝑈𝑛𝑖𝑡</m:t>
                    </m:r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A916A-3096-2F6A-963D-8E8B415D7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3788" y="2333296"/>
                <a:ext cx="4840010" cy="3052436"/>
              </a:xfrm>
              <a:blipFill>
                <a:blip r:embed="rId3"/>
                <a:stretch>
                  <a:fillRect l="-1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30C32-894B-A80B-F917-0F8ADA7E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9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12121-BF45-9AAB-F100-1A1831CF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 Implementation</a:t>
            </a:r>
            <a:endParaRPr lang="en-US" sz="2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2E7C1A-C7F1-5B9B-1D31-87FA6D3A7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82555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01C0D-0ABE-3C2E-6CBB-9A64D5FB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53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2121-BF45-9AAB-F100-1A1831CF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66" y="628939"/>
            <a:ext cx="1938556" cy="79476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STM Code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01C0D-0ABE-3C2E-6CBB-9A64D5FB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066B4F-9E54-E4E4-0ACD-DB65A61E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079" y="1178111"/>
            <a:ext cx="3219899" cy="4944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8E0694-7223-36AF-38A8-5D682C0E0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47" y="1708933"/>
            <a:ext cx="360095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8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2121-BF45-9AAB-F100-1A1831CF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65" y="628939"/>
            <a:ext cx="3517746" cy="79476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ESP32 Side Code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01C0D-0ABE-3C2E-6CBB-9A64D5FB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CF8C1-C5A6-CE90-F243-FB9673D4C3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013"/>
          <a:stretch/>
        </p:blipFill>
        <p:spPr>
          <a:xfrm>
            <a:off x="96090" y="1859923"/>
            <a:ext cx="3335008" cy="4496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43FE4-7374-468C-DEAB-7E42EB7C9B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371"/>
          <a:stretch/>
        </p:blipFill>
        <p:spPr>
          <a:xfrm>
            <a:off x="3544871" y="1898027"/>
            <a:ext cx="3517747" cy="4420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987E4-D6E0-1518-40D7-BF2086896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232" y="814446"/>
            <a:ext cx="4863303" cy="550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1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22D4-F815-DAB3-A69E-ABE969CB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and Technologies 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0DB8C2D-CE18-B9B0-9A1A-526EC9836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087538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16F4A-F8FD-4A1C-F0B2-872EB835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0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27F3F19-5A4B-42AD-9A79-B8279086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ircuit board with wires and a light bulb&#10;&#10;Description automatically generated">
            <a:extLst>
              <a:ext uri="{FF2B5EF4-FFF2-40B4-BE49-F238E27FC236}">
                <a16:creationId xmlns:a16="http://schemas.microsoft.com/office/drawing/2014/main" id="{C53A0C81-47D1-9FA9-D25B-ABDCBDCA6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7" r="18143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202C37C-3123-4850-965F-F823CD438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4441" y="3562564"/>
            <a:ext cx="6007383" cy="2746580"/>
          </a:xfrm>
          <a:custGeom>
            <a:avLst/>
            <a:gdLst>
              <a:gd name="connsiteX0" fmla="*/ 7360262 w 8491753"/>
              <a:gd name="connsiteY0" fmla="*/ 0 h 3882436"/>
              <a:gd name="connsiteX1" fmla="*/ 7800623 w 8491753"/>
              <a:gd name="connsiteY1" fmla="*/ 266118 h 3882436"/>
              <a:gd name="connsiteX2" fmla="*/ 8418395 w 8491753"/>
              <a:gd name="connsiteY2" fmla="*/ 817361 h 3882436"/>
              <a:gd name="connsiteX3" fmla="*/ 8469084 w 8491753"/>
              <a:gd name="connsiteY3" fmla="*/ 2062410 h 3882436"/>
              <a:gd name="connsiteX4" fmla="*/ 7993875 w 8491753"/>
              <a:gd name="connsiteY4" fmla="*/ 3538728 h 3882436"/>
              <a:gd name="connsiteX5" fmla="*/ 7486985 w 8491753"/>
              <a:gd name="connsiteY5" fmla="*/ 3877711 h 3882436"/>
              <a:gd name="connsiteX6" fmla="*/ 4198536 w 8491753"/>
              <a:gd name="connsiteY6" fmla="*/ 3808014 h 3882436"/>
              <a:gd name="connsiteX7" fmla="*/ 1942874 w 8491753"/>
              <a:gd name="connsiteY7" fmla="*/ 3259939 h 3882436"/>
              <a:gd name="connsiteX8" fmla="*/ 2291361 w 8491753"/>
              <a:gd name="connsiteY8" fmla="*/ 3193410 h 3882436"/>
              <a:gd name="connsiteX9" fmla="*/ 1451824 w 8491753"/>
              <a:gd name="connsiteY9" fmla="*/ 3047678 h 3882436"/>
              <a:gd name="connsiteX10" fmla="*/ 1499345 w 8491753"/>
              <a:gd name="connsiteY10" fmla="*/ 3028670 h 3882436"/>
              <a:gd name="connsiteX11" fmla="*/ 1407471 w 8491753"/>
              <a:gd name="connsiteY11" fmla="*/ 2952636 h 3882436"/>
              <a:gd name="connsiteX12" fmla="*/ 1030471 w 8491753"/>
              <a:gd name="connsiteY12" fmla="*/ 2832250 h 3882436"/>
              <a:gd name="connsiteX13" fmla="*/ 1499345 w 8491753"/>
              <a:gd name="connsiteY13" fmla="*/ 2629494 h 3882436"/>
              <a:gd name="connsiteX14" fmla="*/ 970279 w 8491753"/>
              <a:gd name="connsiteY14" fmla="*/ 2353873 h 3882436"/>
              <a:gd name="connsiteX15" fmla="*/ 700993 w 8491753"/>
              <a:gd name="connsiteY15" fmla="*/ 2287343 h 3882436"/>
              <a:gd name="connsiteX16" fmla="*/ 1588051 w 8491753"/>
              <a:gd name="connsiteY16" fmla="*/ 1942023 h 3882436"/>
              <a:gd name="connsiteX17" fmla="*/ 149751 w 8491753"/>
              <a:gd name="connsiteY17" fmla="*/ 1770949 h 3882436"/>
              <a:gd name="connsiteX18" fmla="*/ 266969 w 8491753"/>
              <a:gd name="connsiteY18" fmla="*/ 1701251 h 3882436"/>
              <a:gd name="connsiteX19" fmla="*/ 1160362 w 8491753"/>
              <a:gd name="connsiteY19" fmla="*/ 1720259 h 3882436"/>
              <a:gd name="connsiteX20" fmla="*/ 1309262 w 8491753"/>
              <a:gd name="connsiteY20" fmla="*/ 1666403 h 3882436"/>
              <a:gd name="connsiteX21" fmla="*/ 1160362 w 8491753"/>
              <a:gd name="connsiteY21" fmla="*/ 1580864 h 3882436"/>
              <a:gd name="connsiteX22" fmla="*/ 580607 w 8491753"/>
              <a:gd name="connsiteY22" fmla="*/ 1517503 h 3882436"/>
              <a:gd name="connsiteX23" fmla="*/ 428540 w 8491753"/>
              <a:gd name="connsiteY23" fmla="*/ 1374940 h 3882436"/>
              <a:gd name="connsiteX24" fmla="*/ 171927 w 8491753"/>
              <a:gd name="connsiteY24" fmla="*/ 1210201 h 3882436"/>
              <a:gd name="connsiteX25" fmla="*/ 349338 w 8491753"/>
              <a:gd name="connsiteY25" fmla="*/ 1073974 h 3882436"/>
              <a:gd name="connsiteX26" fmla="*/ 61044 w 8491753"/>
              <a:gd name="connsiteY26" fmla="*/ 871218 h 3882436"/>
              <a:gd name="connsiteX27" fmla="*/ 143414 w 8491753"/>
              <a:gd name="connsiteY27" fmla="*/ 605101 h 3882436"/>
              <a:gd name="connsiteX28" fmla="*/ 628128 w 8491753"/>
              <a:gd name="connsiteY28" fmla="*/ 541739 h 3882436"/>
              <a:gd name="connsiteX29" fmla="*/ 1277580 w 8491753"/>
              <a:gd name="connsiteY29" fmla="*/ 449865 h 3882436"/>
              <a:gd name="connsiteX30" fmla="*/ 1930202 w 8491753"/>
              <a:gd name="connsiteY30" fmla="*/ 370664 h 3882436"/>
              <a:gd name="connsiteX31" fmla="*/ 2582822 w 8491753"/>
              <a:gd name="connsiteY31" fmla="*/ 370664 h 3882436"/>
              <a:gd name="connsiteX32" fmla="*/ 2769739 w 8491753"/>
              <a:gd name="connsiteY32" fmla="*/ 377000 h 3882436"/>
              <a:gd name="connsiteX33" fmla="*/ 2772907 w 8491753"/>
              <a:gd name="connsiteY33" fmla="*/ 377000 h 3882436"/>
              <a:gd name="connsiteX34" fmla="*/ 3583931 w 8491753"/>
              <a:gd name="connsiteY34" fmla="*/ 405513 h 3882436"/>
              <a:gd name="connsiteX35" fmla="*/ 3884897 w 8491753"/>
              <a:gd name="connsiteY35" fmla="*/ 408681 h 3882436"/>
              <a:gd name="connsiteX36" fmla="*/ 4537518 w 8491753"/>
              <a:gd name="connsiteY36" fmla="*/ 411848 h 3882436"/>
              <a:gd name="connsiteX37" fmla="*/ 5186971 w 8491753"/>
              <a:gd name="connsiteY37" fmla="*/ 399176 h 3882436"/>
              <a:gd name="connsiteX38" fmla="*/ 5845928 w 8491753"/>
              <a:gd name="connsiteY38" fmla="*/ 361159 h 3882436"/>
              <a:gd name="connsiteX39" fmla="*/ 6495381 w 8491753"/>
              <a:gd name="connsiteY39" fmla="*/ 310470 h 3882436"/>
              <a:gd name="connsiteX40" fmla="*/ 6910398 w 8491753"/>
              <a:gd name="connsiteY40" fmla="*/ 196420 h 3882436"/>
              <a:gd name="connsiteX41" fmla="*/ 7360262 w 8491753"/>
              <a:gd name="connsiteY41" fmla="*/ 0 h 388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91753" h="3882436">
                <a:moveTo>
                  <a:pt x="7360262" y="0"/>
                </a:moveTo>
                <a:cubicBezTo>
                  <a:pt x="7477481" y="142563"/>
                  <a:pt x="7651725" y="183748"/>
                  <a:pt x="7800623" y="266118"/>
                </a:cubicBezTo>
                <a:cubicBezTo>
                  <a:pt x="7946354" y="329479"/>
                  <a:pt x="8361371" y="696974"/>
                  <a:pt x="8418395" y="817361"/>
                </a:cubicBezTo>
                <a:cubicBezTo>
                  <a:pt x="8519774" y="1026453"/>
                  <a:pt x="8494429" y="1793125"/>
                  <a:pt x="8469084" y="2062410"/>
                </a:cubicBezTo>
                <a:cubicBezTo>
                  <a:pt x="8374043" y="2734040"/>
                  <a:pt x="8025556" y="3507048"/>
                  <a:pt x="7993875" y="3538728"/>
                </a:cubicBezTo>
                <a:cubicBezTo>
                  <a:pt x="7892497" y="3516552"/>
                  <a:pt x="7661229" y="3865039"/>
                  <a:pt x="7486985" y="3877711"/>
                </a:cubicBezTo>
                <a:cubicBezTo>
                  <a:pt x="7303237" y="3890384"/>
                  <a:pt x="4604047" y="3880880"/>
                  <a:pt x="4198536" y="3808014"/>
                </a:cubicBezTo>
                <a:cubicBezTo>
                  <a:pt x="1993563" y="3405670"/>
                  <a:pt x="1942874" y="3259939"/>
                  <a:pt x="1942874" y="3259939"/>
                </a:cubicBezTo>
                <a:cubicBezTo>
                  <a:pt x="1942874" y="3259939"/>
                  <a:pt x="2177311" y="3231426"/>
                  <a:pt x="2291361" y="3193410"/>
                </a:cubicBezTo>
                <a:cubicBezTo>
                  <a:pt x="2126622" y="3190241"/>
                  <a:pt x="1477169" y="3069855"/>
                  <a:pt x="1451824" y="3047678"/>
                </a:cubicBezTo>
                <a:cubicBezTo>
                  <a:pt x="1464497" y="3041343"/>
                  <a:pt x="1483505" y="3035006"/>
                  <a:pt x="1499345" y="3028670"/>
                </a:cubicBezTo>
                <a:cubicBezTo>
                  <a:pt x="1464497" y="3009662"/>
                  <a:pt x="1435984" y="2987486"/>
                  <a:pt x="1407471" y="2952636"/>
                </a:cubicBezTo>
                <a:cubicBezTo>
                  <a:pt x="1315597" y="2835418"/>
                  <a:pt x="1160362" y="2876603"/>
                  <a:pt x="1030471" y="2832250"/>
                </a:cubicBezTo>
                <a:cubicBezTo>
                  <a:pt x="1112841" y="2585141"/>
                  <a:pt x="1331438" y="2677015"/>
                  <a:pt x="1499345" y="2629494"/>
                </a:cubicBezTo>
                <a:cubicBezTo>
                  <a:pt x="1058984" y="2483763"/>
                  <a:pt x="1144523" y="2407729"/>
                  <a:pt x="970279" y="2353873"/>
                </a:cubicBezTo>
                <a:cubicBezTo>
                  <a:pt x="751682" y="2287343"/>
                  <a:pt x="700993" y="2287343"/>
                  <a:pt x="700993" y="2287343"/>
                </a:cubicBezTo>
                <a:cubicBezTo>
                  <a:pt x="957606" y="2084587"/>
                  <a:pt x="1264908" y="2303184"/>
                  <a:pt x="1588051" y="1942023"/>
                </a:cubicBezTo>
                <a:cubicBezTo>
                  <a:pt x="1277580" y="1891335"/>
                  <a:pt x="349338" y="1865990"/>
                  <a:pt x="149751" y="1770949"/>
                </a:cubicBezTo>
                <a:cubicBezTo>
                  <a:pt x="225784" y="1805797"/>
                  <a:pt x="232120" y="1701251"/>
                  <a:pt x="266969" y="1701251"/>
                </a:cubicBezTo>
                <a:cubicBezTo>
                  <a:pt x="561599" y="1698083"/>
                  <a:pt x="862565" y="1758277"/>
                  <a:pt x="1160362" y="1720259"/>
                </a:cubicBezTo>
                <a:cubicBezTo>
                  <a:pt x="1214219" y="1717092"/>
                  <a:pt x="1299758" y="1745604"/>
                  <a:pt x="1309262" y="1666403"/>
                </a:cubicBezTo>
                <a:cubicBezTo>
                  <a:pt x="1318765" y="1568192"/>
                  <a:pt x="1207884" y="1590368"/>
                  <a:pt x="1160362" y="1580864"/>
                </a:cubicBezTo>
                <a:cubicBezTo>
                  <a:pt x="967110" y="1549184"/>
                  <a:pt x="777027" y="1536512"/>
                  <a:pt x="580607" y="1517503"/>
                </a:cubicBezTo>
                <a:cubicBezTo>
                  <a:pt x="498238" y="1507999"/>
                  <a:pt x="396860" y="1527007"/>
                  <a:pt x="428540" y="1374940"/>
                </a:cubicBezTo>
                <a:cubicBezTo>
                  <a:pt x="403195" y="1229209"/>
                  <a:pt x="251129" y="1279898"/>
                  <a:pt x="171927" y="1210201"/>
                </a:cubicBezTo>
                <a:cubicBezTo>
                  <a:pt x="209944" y="1127831"/>
                  <a:pt x="317658" y="1184857"/>
                  <a:pt x="349338" y="1073974"/>
                </a:cubicBezTo>
                <a:cubicBezTo>
                  <a:pt x="197271" y="1108823"/>
                  <a:pt x="213112" y="868050"/>
                  <a:pt x="61044" y="871218"/>
                </a:cubicBezTo>
                <a:cubicBezTo>
                  <a:pt x="-65678" y="728655"/>
                  <a:pt x="26196" y="658957"/>
                  <a:pt x="143414" y="605101"/>
                </a:cubicBezTo>
                <a:cubicBezTo>
                  <a:pt x="295481" y="538572"/>
                  <a:pt x="463388" y="554411"/>
                  <a:pt x="628128" y="541739"/>
                </a:cubicBezTo>
                <a:cubicBezTo>
                  <a:pt x="846725" y="513227"/>
                  <a:pt x="1055817" y="446698"/>
                  <a:pt x="1277580" y="449865"/>
                </a:cubicBezTo>
                <a:cubicBezTo>
                  <a:pt x="1486673" y="383336"/>
                  <a:pt x="1717941" y="456201"/>
                  <a:pt x="1930202" y="370664"/>
                </a:cubicBezTo>
                <a:cubicBezTo>
                  <a:pt x="2145630" y="370664"/>
                  <a:pt x="2364226" y="370664"/>
                  <a:pt x="2582822" y="370664"/>
                </a:cubicBezTo>
                <a:cubicBezTo>
                  <a:pt x="2646185" y="373831"/>
                  <a:pt x="2706377" y="373831"/>
                  <a:pt x="2769739" y="377000"/>
                </a:cubicBezTo>
                <a:cubicBezTo>
                  <a:pt x="2769739" y="377000"/>
                  <a:pt x="2772907" y="377000"/>
                  <a:pt x="2772907" y="377000"/>
                </a:cubicBezTo>
                <a:cubicBezTo>
                  <a:pt x="3045361" y="386504"/>
                  <a:pt x="3314646" y="392840"/>
                  <a:pt x="3583931" y="405513"/>
                </a:cubicBezTo>
                <a:cubicBezTo>
                  <a:pt x="3685309" y="405513"/>
                  <a:pt x="3783519" y="408681"/>
                  <a:pt x="3884897" y="408681"/>
                </a:cubicBezTo>
                <a:cubicBezTo>
                  <a:pt x="4100325" y="424520"/>
                  <a:pt x="4318922" y="434025"/>
                  <a:pt x="4537518" y="411848"/>
                </a:cubicBezTo>
                <a:cubicBezTo>
                  <a:pt x="4756115" y="430857"/>
                  <a:pt x="4968375" y="418185"/>
                  <a:pt x="5186971" y="399176"/>
                </a:cubicBezTo>
                <a:cubicBezTo>
                  <a:pt x="5408735" y="421353"/>
                  <a:pt x="5627332" y="389672"/>
                  <a:pt x="5845928" y="361159"/>
                </a:cubicBezTo>
                <a:cubicBezTo>
                  <a:pt x="6064526" y="373831"/>
                  <a:pt x="6283122" y="373831"/>
                  <a:pt x="6495381" y="310470"/>
                </a:cubicBezTo>
                <a:cubicBezTo>
                  <a:pt x="6656953" y="380168"/>
                  <a:pt x="6736155" y="152067"/>
                  <a:pt x="6910398" y="196420"/>
                </a:cubicBezTo>
                <a:cubicBezTo>
                  <a:pt x="7084641" y="243941"/>
                  <a:pt x="7208196" y="63361"/>
                  <a:pt x="7360262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C7604DA-1A80-47FD-9F09-D72DC278D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1393" y="3562564"/>
            <a:ext cx="6007383" cy="2746580"/>
          </a:xfrm>
          <a:custGeom>
            <a:avLst/>
            <a:gdLst>
              <a:gd name="connsiteX0" fmla="*/ 7360262 w 8491753"/>
              <a:gd name="connsiteY0" fmla="*/ 0 h 3882436"/>
              <a:gd name="connsiteX1" fmla="*/ 7800623 w 8491753"/>
              <a:gd name="connsiteY1" fmla="*/ 266118 h 3882436"/>
              <a:gd name="connsiteX2" fmla="*/ 8418395 w 8491753"/>
              <a:gd name="connsiteY2" fmla="*/ 817361 h 3882436"/>
              <a:gd name="connsiteX3" fmla="*/ 8469084 w 8491753"/>
              <a:gd name="connsiteY3" fmla="*/ 2062410 h 3882436"/>
              <a:gd name="connsiteX4" fmla="*/ 7993875 w 8491753"/>
              <a:gd name="connsiteY4" fmla="*/ 3538728 h 3882436"/>
              <a:gd name="connsiteX5" fmla="*/ 7486985 w 8491753"/>
              <a:gd name="connsiteY5" fmla="*/ 3877711 h 3882436"/>
              <a:gd name="connsiteX6" fmla="*/ 4198536 w 8491753"/>
              <a:gd name="connsiteY6" fmla="*/ 3808014 h 3882436"/>
              <a:gd name="connsiteX7" fmla="*/ 1942874 w 8491753"/>
              <a:gd name="connsiteY7" fmla="*/ 3259939 h 3882436"/>
              <a:gd name="connsiteX8" fmla="*/ 2291361 w 8491753"/>
              <a:gd name="connsiteY8" fmla="*/ 3193410 h 3882436"/>
              <a:gd name="connsiteX9" fmla="*/ 1451824 w 8491753"/>
              <a:gd name="connsiteY9" fmla="*/ 3047678 h 3882436"/>
              <a:gd name="connsiteX10" fmla="*/ 1499345 w 8491753"/>
              <a:gd name="connsiteY10" fmla="*/ 3028670 h 3882436"/>
              <a:gd name="connsiteX11" fmla="*/ 1407471 w 8491753"/>
              <a:gd name="connsiteY11" fmla="*/ 2952636 h 3882436"/>
              <a:gd name="connsiteX12" fmla="*/ 1030471 w 8491753"/>
              <a:gd name="connsiteY12" fmla="*/ 2832250 h 3882436"/>
              <a:gd name="connsiteX13" fmla="*/ 1499345 w 8491753"/>
              <a:gd name="connsiteY13" fmla="*/ 2629494 h 3882436"/>
              <a:gd name="connsiteX14" fmla="*/ 970279 w 8491753"/>
              <a:gd name="connsiteY14" fmla="*/ 2353873 h 3882436"/>
              <a:gd name="connsiteX15" fmla="*/ 700993 w 8491753"/>
              <a:gd name="connsiteY15" fmla="*/ 2287343 h 3882436"/>
              <a:gd name="connsiteX16" fmla="*/ 1588051 w 8491753"/>
              <a:gd name="connsiteY16" fmla="*/ 1942023 h 3882436"/>
              <a:gd name="connsiteX17" fmla="*/ 149751 w 8491753"/>
              <a:gd name="connsiteY17" fmla="*/ 1770949 h 3882436"/>
              <a:gd name="connsiteX18" fmla="*/ 266969 w 8491753"/>
              <a:gd name="connsiteY18" fmla="*/ 1701251 h 3882436"/>
              <a:gd name="connsiteX19" fmla="*/ 1160362 w 8491753"/>
              <a:gd name="connsiteY19" fmla="*/ 1720259 h 3882436"/>
              <a:gd name="connsiteX20" fmla="*/ 1309262 w 8491753"/>
              <a:gd name="connsiteY20" fmla="*/ 1666403 h 3882436"/>
              <a:gd name="connsiteX21" fmla="*/ 1160362 w 8491753"/>
              <a:gd name="connsiteY21" fmla="*/ 1580864 h 3882436"/>
              <a:gd name="connsiteX22" fmla="*/ 580607 w 8491753"/>
              <a:gd name="connsiteY22" fmla="*/ 1517503 h 3882436"/>
              <a:gd name="connsiteX23" fmla="*/ 428540 w 8491753"/>
              <a:gd name="connsiteY23" fmla="*/ 1374940 h 3882436"/>
              <a:gd name="connsiteX24" fmla="*/ 171927 w 8491753"/>
              <a:gd name="connsiteY24" fmla="*/ 1210201 h 3882436"/>
              <a:gd name="connsiteX25" fmla="*/ 349338 w 8491753"/>
              <a:gd name="connsiteY25" fmla="*/ 1073974 h 3882436"/>
              <a:gd name="connsiteX26" fmla="*/ 61044 w 8491753"/>
              <a:gd name="connsiteY26" fmla="*/ 871218 h 3882436"/>
              <a:gd name="connsiteX27" fmla="*/ 143414 w 8491753"/>
              <a:gd name="connsiteY27" fmla="*/ 605101 h 3882436"/>
              <a:gd name="connsiteX28" fmla="*/ 628128 w 8491753"/>
              <a:gd name="connsiteY28" fmla="*/ 541739 h 3882436"/>
              <a:gd name="connsiteX29" fmla="*/ 1277580 w 8491753"/>
              <a:gd name="connsiteY29" fmla="*/ 449865 h 3882436"/>
              <a:gd name="connsiteX30" fmla="*/ 1930202 w 8491753"/>
              <a:gd name="connsiteY30" fmla="*/ 370664 h 3882436"/>
              <a:gd name="connsiteX31" fmla="*/ 2582822 w 8491753"/>
              <a:gd name="connsiteY31" fmla="*/ 370664 h 3882436"/>
              <a:gd name="connsiteX32" fmla="*/ 2769739 w 8491753"/>
              <a:gd name="connsiteY32" fmla="*/ 377000 h 3882436"/>
              <a:gd name="connsiteX33" fmla="*/ 2772907 w 8491753"/>
              <a:gd name="connsiteY33" fmla="*/ 377000 h 3882436"/>
              <a:gd name="connsiteX34" fmla="*/ 3583931 w 8491753"/>
              <a:gd name="connsiteY34" fmla="*/ 405513 h 3882436"/>
              <a:gd name="connsiteX35" fmla="*/ 3884897 w 8491753"/>
              <a:gd name="connsiteY35" fmla="*/ 408681 h 3882436"/>
              <a:gd name="connsiteX36" fmla="*/ 4537518 w 8491753"/>
              <a:gd name="connsiteY36" fmla="*/ 411848 h 3882436"/>
              <a:gd name="connsiteX37" fmla="*/ 5186971 w 8491753"/>
              <a:gd name="connsiteY37" fmla="*/ 399176 h 3882436"/>
              <a:gd name="connsiteX38" fmla="*/ 5845928 w 8491753"/>
              <a:gd name="connsiteY38" fmla="*/ 361159 h 3882436"/>
              <a:gd name="connsiteX39" fmla="*/ 6495381 w 8491753"/>
              <a:gd name="connsiteY39" fmla="*/ 310470 h 3882436"/>
              <a:gd name="connsiteX40" fmla="*/ 6910398 w 8491753"/>
              <a:gd name="connsiteY40" fmla="*/ 196420 h 3882436"/>
              <a:gd name="connsiteX41" fmla="*/ 7360262 w 8491753"/>
              <a:gd name="connsiteY41" fmla="*/ 0 h 388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91753" h="3882436">
                <a:moveTo>
                  <a:pt x="7360262" y="0"/>
                </a:moveTo>
                <a:cubicBezTo>
                  <a:pt x="7477481" y="142563"/>
                  <a:pt x="7651725" y="183748"/>
                  <a:pt x="7800623" y="266118"/>
                </a:cubicBezTo>
                <a:cubicBezTo>
                  <a:pt x="7946354" y="329479"/>
                  <a:pt x="8361371" y="696974"/>
                  <a:pt x="8418395" y="817361"/>
                </a:cubicBezTo>
                <a:cubicBezTo>
                  <a:pt x="8519774" y="1026453"/>
                  <a:pt x="8494429" y="1793125"/>
                  <a:pt x="8469084" y="2062410"/>
                </a:cubicBezTo>
                <a:cubicBezTo>
                  <a:pt x="8374043" y="2734040"/>
                  <a:pt x="8025556" y="3507048"/>
                  <a:pt x="7993875" y="3538728"/>
                </a:cubicBezTo>
                <a:cubicBezTo>
                  <a:pt x="7892497" y="3516552"/>
                  <a:pt x="7661229" y="3865039"/>
                  <a:pt x="7486985" y="3877711"/>
                </a:cubicBezTo>
                <a:cubicBezTo>
                  <a:pt x="7303237" y="3890384"/>
                  <a:pt x="4604047" y="3880880"/>
                  <a:pt x="4198536" y="3808014"/>
                </a:cubicBezTo>
                <a:cubicBezTo>
                  <a:pt x="1993563" y="3405670"/>
                  <a:pt x="1942874" y="3259939"/>
                  <a:pt x="1942874" y="3259939"/>
                </a:cubicBezTo>
                <a:cubicBezTo>
                  <a:pt x="1942874" y="3259939"/>
                  <a:pt x="2177311" y="3231426"/>
                  <a:pt x="2291361" y="3193410"/>
                </a:cubicBezTo>
                <a:cubicBezTo>
                  <a:pt x="2126622" y="3190241"/>
                  <a:pt x="1477169" y="3069855"/>
                  <a:pt x="1451824" y="3047678"/>
                </a:cubicBezTo>
                <a:cubicBezTo>
                  <a:pt x="1464497" y="3041343"/>
                  <a:pt x="1483505" y="3035006"/>
                  <a:pt x="1499345" y="3028670"/>
                </a:cubicBezTo>
                <a:cubicBezTo>
                  <a:pt x="1464497" y="3009662"/>
                  <a:pt x="1435984" y="2987486"/>
                  <a:pt x="1407471" y="2952636"/>
                </a:cubicBezTo>
                <a:cubicBezTo>
                  <a:pt x="1315597" y="2835418"/>
                  <a:pt x="1160362" y="2876603"/>
                  <a:pt x="1030471" y="2832250"/>
                </a:cubicBezTo>
                <a:cubicBezTo>
                  <a:pt x="1112841" y="2585141"/>
                  <a:pt x="1331438" y="2677015"/>
                  <a:pt x="1499345" y="2629494"/>
                </a:cubicBezTo>
                <a:cubicBezTo>
                  <a:pt x="1058984" y="2483763"/>
                  <a:pt x="1144523" y="2407729"/>
                  <a:pt x="970279" y="2353873"/>
                </a:cubicBezTo>
                <a:cubicBezTo>
                  <a:pt x="751682" y="2287343"/>
                  <a:pt x="700993" y="2287343"/>
                  <a:pt x="700993" y="2287343"/>
                </a:cubicBezTo>
                <a:cubicBezTo>
                  <a:pt x="957606" y="2084587"/>
                  <a:pt x="1264908" y="2303184"/>
                  <a:pt x="1588051" y="1942023"/>
                </a:cubicBezTo>
                <a:cubicBezTo>
                  <a:pt x="1277580" y="1891335"/>
                  <a:pt x="349338" y="1865990"/>
                  <a:pt x="149751" y="1770949"/>
                </a:cubicBezTo>
                <a:cubicBezTo>
                  <a:pt x="225784" y="1805797"/>
                  <a:pt x="232120" y="1701251"/>
                  <a:pt x="266969" y="1701251"/>
                </a:cubicBezTo>
                <a:cubicBezTo>
                  <a:pt x="561599" y="1698083"/>
                  <a:pt x="862565" y="1758277"/>
                  <a:pt x="1160362" y="1720259"/>
                </a:cubicBezTo>
                <a:cubicBezTo>
                  <a:pt x="1214219" y="1717092"/>
                  <a:pt x="1299758" y="1745604"/>
                  <a:pt x="1309262" y="1666403"/>
                </a:cubicBezTo>
                <a:cubicBezTo>
                  <a:pt x="1318765" y="1568192"/>
                  <a:pt x="1207884" y="1590368"/>
                  <a:pt x="1160362" y="1580864"/>
                </a:cubicBezTo>
                <a:cubicBezTo>
                  <a:pt x="967110" y="1549184"/>
                  <a:pt x="777027" y="1536512"/>
                  <a:pt x="580607" y="1517503"/>
                </a:cubicBezTo>
                <a:cubicBezTo>
                  <a:pt x="498238" y="1507999"/>
                  <a:pt x="396860" y="1527007"/>
                  <a:pt x="428540" y="1374940"/>
                </a:cubicBezTo>
                <a:cubicBezTo>
                  <a:pt x="403195" y="1229209"/>
                  <a:pt x="251129" y="1279898"/>
                  <a:pt x="171927" y="1210201"/>
                </a:cubicBezTo>
                <a:cubicBezTo>
                  <a:pt x="209944" y="1127831"/>
                  <a:pt x="317658" y="1184857"/>
                  <a:pt x="349338" y="1073974"/>
                </a:cubicBezTo>
                <a:cubicBezTo>
                  <a:pt x="197271" y="1108823"/>
                  <a:pt x="213112" y="868050"/>
                  <a:pt x="61044" y="871218"/>
                </a:cubicBezTo>
                <a:cubicBezTo>
                  <a:pt x="-65678" y="728655"/>
                  <a:pt x="26196" y="658957"/>
                  <a:pt x="143414" y="605101"/>
                </a:cubicBezTo>
                <a:cubicBezTo>
                  <a:pt x="295481" y="538572"/>
                  <a:pt x="463388" y="554411"/>
                  <a:pt x="628128" y="541739"/>
                </a:cubicBezTo>
                <a:cubicBezTo>
                  <a:pt x="846725" y="513227"/>
                  <a:pt x="1055817" y="446698"/>
                  <a:pt x="1277580" y="449865"/>
                </a:cubicBezTo>
                <a:cubicBezTo>
                  <a:pt x="1486673" y="383336"/>
                  <a:pt x="1717941" y="456201"/>
                  <a:pt x="1930202" y="370664"/>
                </a:cubicBezTo>
                <a:cubicBezTo>
                  <a:pt x="2145630" y="370664"/>
                  <a:pt x="2364226" y="370664"/>
                  <a:pt x="2582822" y="370664"/>
                </a:cubicBezTo>
                <a:cubicBezTo>
                  <a:pt x="2646185" y="373831"/>
                  <a:pt x="2706377" y="373831"/>
                  <a:pt x="2769739" y="377000"/>
                </a:cubicBezTo>
                <a:cubicBezTo>
                  <a:pt x="2769739" y="377000"/>
                  <a:pt x="2772907" y="377000"/>
                  <a:pt x="2772907" y="377000"/>
                </a:cubicBezTo>
                <a:cubicBezTo>
                  <a:pt x="3045361" y="386504"/>
                  <a:pt x="3314646" y="392840"/>
                  <a:pt x="3583931" y="405513"/>
                </a:cubicBezTo>
                <a:cubicBezTo>
                  <a:pt x="3685309" y="405513"/>
                  <a:pt x="3783519" y="408681"/>
                  <a:pt x="3884897" y="408681"/>
                </a:cubicBezTo>
                <a:cubicBezTo>
                  <a:pt x="4100325" y="424520"/>
                  <a:pt x="4318922" y="434025"/>
                  <a:pt x="4537518" y="411848"/>
                </a:cubicBezTo>
                <a:cubicBezTo>
                  <a:pt x="4756115" y="430857"/>
                  <a:pt x="4968375" y="418185"/>
                  <a:pt x="5186971" y="399176"/>
                </a:cubicBezTo>
                <a:cubicBezTo>
                  <a:pt x="5408735" y="421353"/>
                  <a:pt x="5627332" y="389672"/>
                  <a:pt x="5845928" y="361159"/>
                </a:cubicBezTo>
                <a:cubicBezTo>
                  <a:pt x="6064526" y="373831"/>
                  <a:pt x="6283122" y="373831"/>
                  <a:pt x="6495381" y="310470"/>
                </a:cubicBezTo>
                <a:cubicBezTo>
                  <a:pt x="6656953" y="380168"/>
                  <a:pt x="6736155" y="152067"/>
                  <a:pt x="6910398" y="196420"/>
                </a:cubicBezTo>
                <a:cubicBezTo>
                  <a:pt x="7084641" y="243941"/>
                  <a:pt x="7208196" y="63361"/>
                  <a:pt x="7360262" y="0"/>
                </a:cubicBezTo>
                <a:close/>
              </a:path>
            </a:pathLst>
          </a:custGeom>
          <a:solidFill>
            <a:srgbClr val="518C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8478F-99C9-02D1-675A-8CE4EF47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467" y="4435820"/>
            <a:ext cx="4054890" cy="100006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i="1" dirty="0"/>
              <a:t>Project </a:t>
            </a:r>
            <a:br>
              <a:rPr lang="en-US" i="1" dirty="0"/>
            </a:br>
            <a:r>
              <a:rPr lang="en-US" i="1" dirty="0"/>
              <a:t>Hardware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C4A29-194E-22B3-26E2-ED901F9E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1845F5A-061D-4825-9AE9-D7794091C6C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294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7B3BA-6D66-C87C-E10F-CF3785D2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EB4169-DFA7-2D56-C363-5C7F88F9C1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93846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56CB7-C8AD-3874-31B8-C3266C36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B8A2-0DE4-7798-9656-4F13C3C4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contd.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34D11-5D26-18DA-0090-36D8344E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25B2C-BA8D-6FD8-B0F5-0BAFDC4C4F44}"/>
              </a:ext>
            </a:extLst>
          </p:cNvPr>
          <p:cNvSpPr txBox="1"/>
          <p:nvPr/>
        </p:nvSpPr>
        <p:spPr>
          <a:xfrm>
            <a:off x="6625903" y="2486307"/>
            <a:ext cx="3692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STM32 Side Analysis </a:t>
            </a:r>
            <a:r>
              <a:rPr lang="en-US" sz="1600" dirty="0">
                <a:solidFill>
                  <a:srgbClr val="FF0000"/>
                </a:solidFill>
              </a:rPr>
              <a:t>without</a:t>
            </a:r>
            <a:r>
              <a:rPr lang="en-US" sz="1600" dirty="0"/>
              <a:t> 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77EAD-D7C0-80D5-61FC-AF87B79855EE}"/>
              </a:ext>
            </a:extLst>
          </p:cNvPr>
          <p:cNvSpPr txBox="1"/>
          <p:nvPr/>
        </p:nvSpPr>
        <p:spPr>
          <a:xfrm>
            <a:off x="838200" y="5440224"/>
            <a:ext cx="3371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ESP32 Side Analysis </a:t>
            </a:r>
            <a:r>
              <a:rPr lang="en-US" sz="1600" dirty="0">
                <a:solidFill>
                  <a:srgbClr val="FF0000"/>
                </a:solidFill>
              </a:rPr>
              <a:t>without</a:t>
            </a:r>
            <a:r>
              <a:rPr lang="en-US" sz="1600" dirty="0"/>
              <a:t> load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F6C3623-F3B5-F8F7-2594-514750659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" y="1933427"/>
            <a:ext cx="5646490" cy="3433335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0E289164-006A-0EEE-3207-CC2BA0F4A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4706"/>
            <a:ext cx="5141955" cy="1954096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33E90837-83CA-455D-A167-E68D363A10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4" t="12061" r="7733" b="7129"/>
          <a:stretch/>
        </p:blipFill>
        <p:spPr>
          <a:xfrm>
            <a:off x="6096000" y="3088184"/>
            <a:ext cx="5141955" cy="28363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1708C5-8D28-23C9-BBFD-AED503189BA4}"/>
              </a:ext>
            </a:extLst>
          </p:cNvPr>
          <p:cNvSpPr txBox="1"/>
          <p:nvPr/>
        </p:nvSpPr>
        <p:spPr>
          <a:xfrm>
            <a:off x="6803471" y="6187073"/>
            <a:ext cx="3356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Firebase </a:t>
            </a:r>
            <a:r>
              <a:rPr lang="en-US" sz="1600" dirty="0">
                <a:solidFill>
                  <a:srgbClr val="FF0000"/>
                </a:solidFill>
              </a:rPr>
              <a:t>without</a:t>
            </a:r>
            <a:r>
              <a:rPr lang="en-US" sz="1600" dirty="0"/>
              <a:t> load</a:t>
            </a:r>
          </a:p>
        </p:txBody>
      </p:sp>
    </p:spTree>
    <p:extLst>
      <p:ext uri="{BB962C8B-B14F-4D97-AF65-F5344CB8AC3E}">
        <p14:creationId xmlns:p14="http://schemas.microsoft.com/office/powerpoint/2010/main" val="25652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B8A2-0DE4-7798-9656-4F13C3C4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contd.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34D11-5D26-18DA-0090-36D8344E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25B2C-BA8D-6FD8-B0F5-0BAFDC4C4F44}"/>
              </a:ext>
            </a:extLst>
          </p:cNvPr>
          <p:cNvSpPr txBox="1"/>
          <p:nvPr/>
        </p:nvSpPr>
        <p:spPr>
          <a:xfrm>
            <a:off x="7789482" y="2537680"/>
            <a:ext cx="3356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STM32 Side Analysis </a:t>
            </a:r>
            <a:r>
              <a:rPr lang="en-US" sz="1600" dirty="0">
                <a:solidFill>
                  <a:srgbClr val="FF0000"/>
                </a:solidFill>
              </a:rPr>
              <a:t>with</a:t>
            </a:r>
            <a:r>
              <a:rPr lang="en-US" sz="1600" dirty="0"/>
              <a:t> 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77EAD-D7C0-80D5-61FC-AF87B79855EE}"/>
              </a:ext>
            </a:extLst>
          </p:cNvPr>
          <p:cNvSpPr txBox="1"/>
          <p:nvPr/>
        </p:nvSpPr>
        <p:spPr>
          <a:xfrm>
            <a:off x="346396" y="6382921"/>
            <a:ext cx="3371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ESP32 Side Analysis </a:t>
            </a:r>
            <a:r>
              <a:rPr lang="en-US" sz="1600" dirty="0">
                <a:solidFill>
                  <a:srgbClr val="FF0000"/>
                </a:solidFill>
              </a:rPr>
              <a:t>with</a:t>
            </a:r>
            <a:r>
              <a:rPr lang="en-US" sz="1600" dirty="0"/>
              <a:t>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708C5-8D28-23C9-BBFD-AED503189BA4}"/>
              </a:ext>
            </a:extLst>
          </p:cNvPr>
          <p:cNvSpPr txBox="1"/>
          <p:nvPr/>
        </p:nvSpPr>
        <p:spPr>
          <a:xfrm>
            <a:off x="8229600" y="5901166"/>
            <a:ext cx="2206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Firebase </a:t>
            </a:r>
            <a:r>
              <a:rPr lang="en-US" sz="1600" dirty="0">
                <a:solidFill>
                  <a:srgbClr val="FF0000"/>
                </a:solidFill>
              </a:rPr>
              <a:t>with</a:t>
            </a:r>
            <a:r>
              <a:rPr lang="en-US" sz="1600" dirty="0"/>
              <a:t> load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DD503D-76DA-BF4D-663E-EB754D18D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897" y="229113"/>
            <a:ext cx="4587467" cy="2172555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2ACF58C-2883-DE11-65FF-9A93C91CE8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" b="2541"/>
          <a:stretch/>
        </p:blipFill>
        <p:spPr>
          <a:xfrm>
            <a:off x="241008" y="2005421"/>
            <a:ext cx="6219825" cy="4133268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D19625A8-CEA8-56D3-5D04-ABCCBC3CC1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5" t="1207" r="3822" b="24653"/>
          <a:stretch/>
        </p:blipFill>
        <p:spPr>
          <a:xfrm>
            <a:off x="6976047" y="2976637"/>
            <a:ext cx="4983165" cy="286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3BE92-DFA2-1B16-1CF5-C14BE138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 to Society</a:t>
            </a:r>
            <a:endParaRPr lang="en-US" sz="36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2C2B95-9FD5-4626-C242-657ECAD24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00244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1DDF8-7A1F-E731-655D-FEB27D26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35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10B-2689-ABB1-F8D6-D0E3FE6A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– Awais Asghar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03B110-01EE-237E-DEB0-EF82F69F6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769597"/>
              </p:ext>
            </p:extLst>
          </p:nvPr>
        </p:nvGraphicFramePr>
        <p:xfrm>
          <a:off x="838201" y="2011681"/>
          <a:ext cx="10260434" cy="3223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0CED6F-2557-2FE4-3184-25BA369C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5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10B-2689-ABB1-F8D6-D0E3FE6A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– Muhammad Haris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03B110-01EE-237E-DEB0-EF82F69F6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96198"/>
              </p:ext>
            </p:extLst>
          </p:nvPr>
        </p:nvGraphicFramePr>
        <p:xfrm>
          <a:off x="838200" y="2011681"/>
          <a:ext cx="10218489" cy="3223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B02D6-04E4-15D7-8A6B-BEB6C044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6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10B-2689-ABB1-F8D6-D0E3FE6A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– Saad Farooq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03B110-01EE-237E-DEB0-EF82F69F6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561832"/>
              </p:ext>
            </p:extLst>
          </p:nvPr>
        </p:nvGraphicFramePr>
        <p:xfrm>
          <a:off x="838201" y="2011681"/>
          <a:ext cx="10033931" cy="3055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ADA60-9C53-194D-2422-5A15A0AB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03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10B-2689-ABB1-F8D6-D0E3FE6A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– Aneeq Ur Rehman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03B110-01EE-237E-DEB0-EF82F69F6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403192"/>
              </p:ext>
            </p:extLst>
          </p:nvPr>
        </p:nvGraphicFramePr>
        <p:xfrm>
          <a:off x="838201" y="2011681"/>
          <a:ext cx="10042320" cy="3457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917C9-A548-CC8F-1E03-FEE6BB92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3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307-9F2C-1128-9A73-1001A1E8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Learnings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D8087A-AEC7-E289-2CDD-EF8A84CAC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359244"/>
              </p:ext>
            </p:extLst>
          </p:nvPr>
        </p:nvGraphicFramePr>
        <p:xfrm>
          <a:off x="838200" y="2011680"/>
          <a:ext cx="9916486" cy="357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A1FE5-A4A5-2E2E-AA66-51707702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91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6910-7BD4-F051-21D3-BCCC359C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US" sz="8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E6A587-DDEE-AE98-C8D3-CAE7B9B76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648369"/>
              </p:ext>
            </p:extLst>
          </p:nvPr>
        </p:nvGraphicFramePr>
        <p:xfrm>
          <a:off x="838200" y="2011681"/>
          <a:ext cx="9773873" cy="3709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324CCA-04AA-997F-0F90-B62D0ED2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42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11FF-DAC8-0CF0-90BC-3FB784B33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3655230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dirty="0">
                <a:effectLst/>
              </a:rPr>
              <a:t>Any Questions?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388A-81CE-AA88-8787-9D45515A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879134"/>
            <a:ext cx="3365979" cy="154986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spcAft>
                <a:spcPts val="400"/>
              </a:spcAft>
            </a:pPr>
            <a:r>
              <a:rPr lang="en-US" sz="4800" i="1" dirty="0">
                <a:effectLst/>
              </a:rPr>
              <a:t>Audience Questions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209BFB26-543E-EAF6-4A15-5B1D73251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B6A4-E359-C735-C9A1-B3680B19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3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C3DF8-735B-6022-ABEA-1D9D3E90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sz="250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Acknowledgments</a:t>
            </a:r>
            <a:endParaRPr lang="en-US" sz="250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6A1B2A0-700C-D2BA-BB37-9F86B73D5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77688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ACC9D3-7FFF-F06F-57CA-EBF78FEB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09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B84024F-EC38-45EF-82FA-C3241D5C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les of paper">
            <a:extLst>
              <a:ext uri="{FF2B5EF4-FFF2-40B4-BE49-F238E27FC236}">
                <a16:creationId xmlns:a16="http://schemas.microsoft.com/office/drawing/2014/main" id="{C7BBC979-FFAE-FDA1-4871-F9A353AB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678390" y="3089451"/>
                </a:moveTo>
                <a:cubicBezTo>
                  <a:pt x="4704756" y="3107456"/>
                  <a:pt x="4731118" y="3125461"/>
                  <a:pt x="4757484" y="3143466"/>
                </a:cubicBezTo>
                <a:cubicBezTo>
                  <a:pt x="4742694" y="3138965"/>
                  <a:pt x="4726618" y="3134464"/>
                  <a:pt x="4711185" y="3129962"/>
                </a:cubicBezTo>
                <a:cubicBezTo>
                  <a:pt x="4698324" y="3119029"/>
                  <a:pt x="4684820" y="3108743"/>
                  <a:pt x="4671960" y="3097166"/>
                </a:cubicBezTo>
                <a:cubicBezTo>
                  <a:pt x="4673888" y="3094594"/>
                  <a:pt x="4676460" y="3092024"/>
                  <a:pt x="4678390" y="3089451"/>
                </a:cubicBezTo>
                <a:close/>
                <a:moveTo>
                  <a:pt x="5151664" y="2187270"/>
                </a:moveTo>
                <a:cubicBezTo>
                  <a:pt x="5309852" y="2295300"/>
                  <a:pt x="5468039" y="2403973"/>
                  <a:pt x="5626226" y="2512004"/>
                </a:cubicBezTo>
                <a:cubicBezTo>
                  <a:pt x="5623653" y="2514576"/>
                  <a:pt x="5621725" y="2517148"/>
                  <a:pt x="5619152" y="2519721"/>
                </a:cubicBezTo>
                <a:cubicBezTo>
                  <a:pt x="5445533" y="2428409"/>
                  <a:pt x="5281559" y="2326810"/>
                  <a:pt x="5151664" y="21872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2278570"/>
                </a:lnTo>
                <a:lnTo>
                  <a:pt x="12173904" y="2284270"/>
                </a:lnTo>
                <a:cubicBezTo>
                  <a:pt x="11598583" y="2457853"/>
                  <a:pt x="10504139" y="2701056"/>
                  <a:pt x="9151350" y="2602030"/>
                </a:cubicBezTo>
                <a:cubicBezTo>
                  <a:pt x="9081902" y="2596885"/>
                  <a:pt x="9016313" y="2593669"/>
                  <a:pt x="8949437" y="2591098"/>
                </a:cubicBezTo>
                <a:cubicBezTo>
                  <a:pt x="8357843" y="2564732"/>
                  <a:pt x="7777183" y="2551871"/>
                  <a:pt x="7532186" y="2520363"/>
                </a:cubicBezTo>
                <a:cubicBezTo>
                  <a:pt x="7340561" y="2495285"/>
                  <a:pt x="6360574" y="2283083"/>
                  <a:pt x="6073136" y="2103675"/>
                </a:cubicBezTo>
                <a:cubicBezTo>
                  <a:pt x="5779268" y="1919767"/>
                  <a:pt x="5502120" y="1716567"/>
                  <a:pt x="5226257" y="1512725"/>
                </a:cubicBezTo>
                <a:cubicBezTo>
                  <a:pt x="5106652" y="1424628"/>
                  <a:pt x="4979331" y="1344249"/>
                  <a:pt x="4871300" y="1243293"/>
                </a:cubicBezTo>
                <a:cubicBezTo>
                  <a:pt x="4763272" y="1141694"/>
                  <a:pt x="4660386" y="1036235"/>
                  <a:pt x="4543354" y="942352"/>
                </a:cubicBezTo>
                <a:cubicBezTo>
                  <a:pt x="4509915" y="915344"/>
                  <a:pt x="4476478" y="886408"/>
                  <a:pt x="4427606" y="881906"/>
                </a:cubicBezTo>
                <a:cubicBezTo>
                  <a:pt x="4416675" y="880620"/>
                  <a:pt x="4405100" y="881263"/>
                  <a:pt x="4394168" y="882548"/>
                </a:cubicBezTo>
                <a:cubicBezTo>
                  <a:pt x="4381951" y="883835"/>
                  <a:pt x="4372305" y="890265"/>
                  <a:pt x="4367803" y="901197"/>
                </a:cubicBezTo>
                <a:cubicBezTo>
                  <a:pt x="4363304" y="913416"/>
                  <a:pt x="4371019" y="920488"/>
                  <a:pt x="4380021" y="926918"/>
                </a:cubicBezTo>
                <a:cubicBezTo>
                  <a:pt x="4386451" y="931420"/>
                  <a:pt x="4392881" y="938494"/>
                  <a:pt x="4401241" y="939779"/>
                </a:cubicBezTo>
                <a:cubicBezTo>
                  <a:pt x="4454614" y="947496"/>
                  <a:pt x="4474548" y="986721"/>
                  <a:pt x="4499626" y="1021444"/>
                </a:cubicBezTo>
                <a:cubicBezTo>
                  <a:pt x="4510559" y="1036235"/>
                  <a:pt x="4522132" y="1047810"/>
                  <a:pt x="4502199" y="1069029"/>
                </a:cubicBezTo>
                <a:cubicBezTo>
                  <a:pt x="4484838" y="1087677"/>
                  <a:pt x="4502841" y="1097324"/>
                  <a:pt x="4520845" y="1102469"/>
                </a:cubicBezTo>
                <a:cubicBezTo>
                  <a:pt x="4545924" y="1109541"/>
                  <a:pt x="4575503" y="1108256"/>
                  <a:pt x="4603797" y="1131405"/>
                </a:cubicBezTo>
                <a:cubicBezTo>
                  <a:pt x="4497696" y="1133334"/>
                  <a:pt x="4452684" y="1072246"/>
                  <a:pt x="4404457" y="1015657"/>
                </a:cubicBezTo>
                <a:cubicBezTo>
                  <a:pt x="4386451" y="995081"/>
                  <a:pt x="4374235" y="970645"/>
                  <a:pt x="4358801" y="947496"/>
                </a:cubicBezTo>
                <a:cubicBezTo>
                  <a:pt x="4339510" y="919203"/>
                  <a:pt x="4317003" y="917916"/>
                  <a:pt x="4288710" y="942994"/>
                </a:cubicBezTo>
                <a:cubicBezTo>
                  <a:pt x="4263632" y="965500"/>
                  <a:pt x="4251415" y="963572"/>
                  <a:pt x="4243055" y="932705"/>
                </a:cubicBezTo>
                <a:cubicBezTo>
                  <a:pt x="4230194" y="884478"/>
                  <a:pt x="4200613" y="850398"/>
                  <a:pt x="4150456" y="833036"/>
                </a:cubicBezTo>
                <a:cubicBezTo>
                  <a:pt x="4144991" y="831106"/>
                  <a:pt x="4138882" y="828052"/>
                  <a:pt x="4132854" y="827007"/>
                </a:cubicBezTo>
                <a:cubicBezTo>
                  <a:pt x="4126826" y="825962"/>
                  <a:pt x="4120878" y="826927"/>
                  <a:pt x="4115733" y="833036"/>
                </a:cubicBezTo>
                <a:cubicBezTo>
                  <a:pt x="4106731" y="843323"/>
                  <a:pt x="4114446" y="855542"/>
                  <a:pt x="4120878" y="864544"/>
                </a:cubicBezTo>
                <a:cubicBezTo>
                  <a:pt x="4132452" y="880620"/>
                  <a:pt x="4142741" y="896052"/>
                  <a:pt x="4147242" y="915344"/>
                </a:cubicBezTo>
                <a:cubicBezTo>
                  <a:pt x="4150456" y="928205"/>
                  <a:pt x="4153673" y="942352"/>
                  <a:pt x="4144669" y="951996"/>
                </a:cubicBezTo>
                <a:cubicBezTo>
                  <a:pt x="4107374" y="993151"/>
                  <a:pt x="4134382" y="1012442"/>
                  <a:pt x="4166533" y="1034306"/>
                </a:cubicBezTo>
                <a:cubicBezTo>
                  <a:pt x="4210902" y="1063886"/>
                  <a:pt x="4228265" y="1107611"/>
                  <a:pt x="4217977" y="1159698"/>
                </a:cubicBezTo>
                <a:cubicBezTo>
                  <a:pt x="4214117" y="1180919"/>
                  <a:pt x="4216690" y="1193778"/>
                  <a:pt x="4243055" y="1193136"/>
                </a:cubicBezTo>
                <a:cubicBezTo>
                  <a:pt x="4253342" y="1193136"/>
                  <a:pt x="4255915" y="1200210"/>
                  <a:pt x="4259774" y="1207925"/>
                </a:cubicBezTo>
                <a:cubicBezTo>
                  <a:pt x="4342082" y="1389905"/>
                  <a:pt x="4461044" y="1549378"/>
                  <a:pt x="4600583" y="1695991"/>
                </a:cubicBezTo>
                <a:cubicBezTo>
                  <a:pt x="4713758" y="1814953"/>
                  <a:pt x="4838507" y="1922339"/>
                  <a:pt x="4967756" y="2026512"/>
                </a:cubicBezTo>
                <a:cubicBezTo>
                  <a:pt x="4971614" y="2029727"/>
                  <a:pt x="4975473" y="2033584"/>
                  <a:pt x="4977403" y="2040014"/>
                </a:cubicBezTo>
                <a:cubicBezTo>
                  <a:pt x="4916314" y="2027155"/>
                  <a:pt x="4863585" y="2000789"/>
                  <a:pt x="4812784" y="1971210"/>
                </a:cubicBezTo>
                <a:cubicBezTo>
                  <a:pt x="4677747" y="1892760"/>
                  <a:pt x="4563930" y="1791160"/>
                  <a:pt x="4448827" y="1691489"/>
                </a:cubicBezTo>
                <a:cubicBezTo>
                  <a:pt x="4378736" y="1630400"/>
                  <a:pt x="4306715" y="1571241"/>
                  <a:pt x="4229551" y="1517227"/>
                </a:cubicBezTo>
                <a:cubicBezTo>
                  <a:pt x="4216690" y="1508223"/>
                  <a:pt x="4207687" y="1496649"/>
                  <a:pt x="4198685" y="1485074"/>
                </a:cubicBezTo>
                <a:cubicBezTo>
                  <a:pt x="4193541" y="1478645"/>
                  <a:pt x="4187111" y="1472857"/>
                  <a:pt x="4176822" y="1475430"/>
                </a:cubicBezTo>
                <a:cubicBezTo>
                  <a:pt x="4163961" y="1478645"/>
                  <a:pt x="4162675" y="1488289"/>
                  <a:pt x="4161388" y="1497936"/>
                </a:cubicBezTo>
                <a:cubicBezTo>
                  <a:pt x="4157531" y="1528801"/>
                  <a:pt x="4165890" y="1556452"/>
                  <a:pt x="4181966" y="1582816"/>
                </a:cubicBezTo>
                <a:cubicBezTo>
                  <a:pt x="4223764" y="1650334"/>
                  <a:pt x="4285495" y="1702421"/>
                  <a:pt x="4349155" y="1751935"/>
                </a:cubicBezTo>
                <a:cubicBezTo>
                  <a:pt x="4431464" y="1815596"/>
                  <a:pt x="4511200" y="1881828"/>
                  <a:pt x="4583864" y="1954492"/>
                </a:cubicBezTo>
                <a:cubicBezTo>
                  <a:pt x="4589008" y="1959636"/>
                  <a:pt x="4598653" y="1962851"/>
                  <a:pt x="4595438" y="1977640"/>
                </a:cubicBezTo>
                <a:cubicBezTo>
                  <a:pt x="4549783" y="1943560"/>
                  <a:pt x="4506699" y="1910122"/>
                  <a:pt x="4462973" y="1877969"/>
                </a:cubicBezTo>
                <a:cubicBezTo>
                  <a:pt x="4419889" y="1845818"/>
                  <a:pt x="4376162" y="1813666"/>
                  <a:pt x="4333080" y="1782158"/>
                </a:cubicBezTo>
                <a:cubicBezTo>
                  <a:pt x="4322790" y="1774441"/>
                  <a:pt x="4311858" y="1763509"/>
                  <a:pt x="4297070" y="1773155"/>
                </a:cubicBezTo>
                <a:cubicBezTo>
                  <a:pt x="4281638" y="1782800"/>
                  <a:pt x="4283566" y="1798877"/>
                  <a:pt x="4287426" y="1811736"/>
                </a:cubicBezTo>
                <a:cubicBezTo>
                  <a:pt x="4299642" y="1849676"/>
                  <a:pt x="4320864" y="1883114"/>
                  <a:pt x="4349155" y="1912694"/>
                </a:cubicBezTo>
                <a:cubicBezTo>
                  <a:pt x="4445611" y="2010436"/>
                  <a:pt x="4556855" y="2094673"/>
                  <a:pt x="4660386" y="2185984"/>
                </a:cubicBezTo>
                <a:cubicBezTo>
                  <a:pt x="4716330" y="2235499"/>
                  <a:pt x="4767772" y="2288228"/>
                  <a:pt x="4816643" y="2342884"/>
                </a:cubicBezTo>
                <a:cubicBezTo>
                  <a:pt x="4827575" y="2355104"/>
                  <a:pt x="4826931" y="2366678"/>
                  <a:pt x="4823716" y="2380824"/>
                </a:cubicBezTo>
                <a:cubicBezTo>
                  <a:pt x="4810857" y="2438056"/>
                  <a:pt x="4830790" y="2457346"/>
                  <a:pt x="4895093" y="2446415"/>
                </a:cubicBezTo>
                <a:cubicBezTo>
                  <a:pt x="4915027" y="2443198"/>
                  <a:pt x="4928532" y="2446415"/>
                  <a:pt x="4940748" y="2459917"/>
                </a:cubicBezTo>
                <a:cubicBezTo>
                  <a:pt x="5088648" y="2627107"/>
                  <a:pt x="5263553" y="2767932"/>
                  <a:pt x="5454535" y="2893324"/>
                </a:cubicBezTo>
                <a:cubicBezTo>
                  <a:pt x="5532342" y="2944123"/>
                  <a:pt x="5612723" y="2992353"/>
                  <a:pt x="5694387" y="3037365"/>
                </a:cubicBezTo>
                <a:cubicBezTo>
                  <a:pt x="5694387" y="3040580"/>
                  <a:pt x="5694387" y="3044439"/>
                  <a:pt x="5694387" y="3047654"/>
                </a:cubicBezTo>
                <a:cubicBezTo>
                  <a:pt x="5693744" y="3052154"/>
                  <a:pt x="5693102" y="3054726"/>
                  <a:pt x="5692459" y="3058585"/>
                </a:cubicBezTo>
                <a:cubicBezTo>
                  <a:pt x="5577355" y="2989137"/>
                  <a:pt x="5463536" y="2917760"/>
                  <a:pt x="5352292" y="2842525"/>
                </a:cubicBezTo>
                <a:cubicBezTo>
                  <a:pt x="5050709" y="2638683"/>
                  <a:pt x="4762627" y="2420050"/>
                  <a:pt x="4470046" y="2206561"/>
                </a:cubicBezTo>
                <a:cubicBezTo>
                  <a:pt x="4371661" y="2134541"/>
                  <a:pt x="4293855" y="2042587"/>
                  <a:pt x="4205115" y="1961564"/>
                </a:cubicBezTo>
                <a:cubicBezTo>
                  <a:pt x="4145956" y="1907550"/>
                  <a:pt x="4089368" y="1850963"/>
                  <a:pt x="4020564" y="1806593"/>
                </a:cubicBezTo>
                <a:cubicBezTo>
                  <a:pt x="3992271" y="1788587"/>
                  <a:pt x="3962691" y="1772511"/>
                  <a:pt x="3924751" y="1777013"/>
                </a:cubicBezTo>
                <a:cubicBezTo>
                  <a:pt x="3909962" y="1778943"/>
                  <a:pt x="3893242" y="1782800"/>
                  <a:pt x="3888098" y="1799519"/>
                </a:cubicBezTo>
                <a:cubicBezTo>
                  <a:pt x="3883596" y="1816238"/>
                  <a:pt x="3897100" y="1823955"/>
                  <a:pt x="3909319" y="1831028"/>
                </a:cubicBezTo>
                <a:cubicBezTo>
                  <a:pt x="3912534" y="1832957"/>
                  <a:pt x="3915749" y="1835530"/>
                  <a:pt x="3918964" y="1835530"/>
                </a:cubicBezTo>
                <a:cubicBezTo>
                  <a:pt x="3980052" y="1839387"/>
                  <a:pt x="3994199" y="1888258"/>
                  <a:pt x="4023137" y="1923626"/>
                </a:cubicBezTo>
                <a:cubicBezTo>
                  <a:pt x="4032139" y="1934558"/>
                  <a:pt x="4032781" y="1945489"/>
                  <a:pt x="4023137" y="1958349"/>
                </a:cubicBezTo>
                <a:cubicBezTo>
                  <a:pt x="4005773" y="1981498"/>
                  <a:pt x="4017992" y="1991787"/>
                  <a:pt x="4041141" y="1998217"/>
                </a:cubicBezTo>
                <a:cubicBezTo>
                  <a:pt x="4064289" y="2004648"/>
                  <a:pt x="4089368" y="2006576"/>
                  <a:pt x="4114446" y="2021367"/>
                </a:cubicBezTo>
                <a:cubicBezTo>
                  <a:pt x="4074579" y="2033584"/>
                  <a:pt x="4046928" y="2020725"/>
                  <a:pt x="4021207" y="2004648"/>
                </a:cubicBezTo>
                <a:cubicBezTo>
                  <a:pt x="3963333" y="1969281"/>
                  <a:pt x="3926038" y="1917194"/>
                  <a:pt x="3890670" y="1863823"/>
                </a:cubicBezTo>
                <a:cubicBezTo>
                  <a:pt x="3883596" y="1853534"/>
                  <a:pt x="3877809" y="1841959"/>
                  <a:pt x="3868164" y="1833600"/>
                </a:cubicBezTo>
                <a:cubicBezTo>
                  <a:pt x="3850158" y="1816881"/>
                  <a:pt x="3830867" y="1814953"/>
                  <a:pt x="3809005" y="1835530"/>
                </a:cubicBezTo>
                <a:cubicBezTo>
                  <a:pt x="3780067" y="1862537"/>
                  <a:pt x="3769780" y="1860608"/>
                  <a:pt x="3760134" y="1825885"/>
                </a:cubicBezTo>
                <a:cubicBezTo>
                  <a:pt x="3747272" y="1778943"/>
                  <a:pt x="3718336" y="1746147"/>
                  <a:pt x="3668822" y="1728786"/>
                </a:cubicBezTo>
                <a:cubicBezTo>
                  <a:pt x="3658535" y="1724927"/>
                  <a:pt x="3647603" y="1719782"/>
                  <a:pt x="3636671" y="1728142"/>
                </a:cubicBezTo>
                <a:cubicBezTo>
                  <a:pt x="3625097" y="1737788"/>
                  <a:pt x="3632812" y="1747433"/>
                  <a:pt x="3637314" y="1756437"/>
                </a:cubicBezTo>
                <a:cubicBezTo>
                  <a:pt x="3643744" y="1770583"/>
                  <a:pt x="3651461" y="1784730"/>
                  <a:pt x="3657248" y="1799519"/>
                </a:cubicBezTo>
                <a:cubicBezTo>
                  <a:pt x="3667537" y="1823312"/>
                  <a:pt x="3669467" y="1848391"/>
                  <a:pt x="3650175" y="1871539"/>
                </a:cubicBezTo>
                <a:cubicBezTo>
                  <a:pt x="3636027" y="1888258"/>
                  <a:pt x="3637314" y="1899190"/>
                  <a:pt x="3655963" y="1910765"/>
                </a:cubicBezTo>
                <a:cubicBezTo>
                  <a:pt x="3715764" y="1946775"/>
                  <a:pt x="3753704" y="1993716"/>
                  <a:pt x="3733126" y="2067022"/>
                </a:cubicBezTo>
                <a:cubicBezTo>
                  <a:pt x="3729911" y="2077311"/>
                  <a:pt x="3733770" y="2087600"/>
                  <a:pt x="3745987" y="2086956"/>
                </a:cubicBezTo>
                <a:cubicBezTo>
                  <a:pt x="3772995" y="2085028"/>
                  <a:pt x="3777495" y="2101747"/>
                  <a:pt x="3785212" y="2119109"/>
                </a:cubicBezTo>
                <a:cubicBezTo>
                  <a:pt x="3860447" y="2285655"/>
                  <a:pt x="3969120" y="2430981"/>
                  <a:pt x="4094512" y="2567305"/>
                </a:cubicBezTo>
                <a:cubicBezTo>
                  <a:pt x="4218619" y="2702344"/>
                  <a:pt x="4358158" y="2823234"/>
                  <a:pt x="4506699" y="2938980"/>
                </a:cubicBezTo>
                <a:cubicBezTo>
                  <a:pt x="4464901" y="2935122"/>
                  <a:pt x="4410886" y="2911330"/>
                  <a:pt x="4358801" y="2883679"/>
                </a:cubicBezTo>
                <a:cubicBezTo>
                  <a:pt x="4221192" y="2809730"/>
                  <a:pt x="4108016" y="2709416"/>
                  <a:pt x="3992913" y="2611032"/>
                </a:cubicBezTo>
                <a:cubicBezTo>
                  <a:pt x="3912534" y="2542227"/>
                  <a:pt x="3834084" y="2471493"/>
                  <a:pt x="3744057" y="2412332"/>
                </a:cubicBezTo>
                <a:cubicBezTo>
                  <a:pt x="3733770" y="2405903"/>
                  <a:pt x="3726696" y="2397543"/>
                  <a:pt x="3720909" y="2387254"/>
                </a:cubicBezTo>
                <a:cubicBezTo>
                  <a:pt x="3715764" y="2378252"/>
                  <a:pt x="3708047" y="2369893"/>
                  <a:pt x="3694545" y="2373750"/>
                </a:cubicBezTo>
                <a:cubicBezTo>
                  <a:pt x="3681041" y="2378252"/>
                  <a:pt x="3679754" y="2389827"/>
                  <a:pt x="3679754" y="2400116"/>
                </a:cubicBezTo>
                <a:cubicBezTo>
                  <a:pt x="3681684" y="2438698"/>
                  <a:pt x="3692615" y="2473421"/>
                  <a:pt x="3716407" y="2504287"/>
                </a:cubicBezTo>
                <a:cubicBezTo>
                  <a:pt x="3762706" y="2566020"/>
                  <a:pt x="3824437" y="2614247"/>
                  <a:pt x="3886168" y="2662474"/>
                </a:cubicBezTo>
                <a:cubicBezTo>
                  <a:pt x="3971693" y="2728707"/>
                  <a:pt x="4050787" y="2800727"/>
                  <a:pt x="4122163" y="2881107"/>
                </a:cubicBezTo>
                <a:cubicBezTo>
                  <a:pt x="4070721" y="2841882"/>
                  <a:pt x="4019277" y="2802013"/>
                  <a:pt x="3967191" y="2762788"/>
                </a:cubicBezTo>
                <a:cubicBezTo>
                  <a:pt x="3927966" y="2733209"/>
                  <a:pt x="3887455" y="2704914"/>
                  <a:pt x="3847588" y="2675978"/>
                </a:cubicBezTo>
                <a:cubicBezTo>
                  <a:pt x="3837941" y="2668905"/>
                  <a:pt x="3827652" y="2661189"/>
                  <a:pt x="3814150" y="2670833"/>
                </a:cubicBezTo>
                <a:cubicBezTo>
                  <a:pt x="3801931" y="2679193"/>
                  <a:pt x="3803861" y="2691412"/>
                  <a:pt x="3806433" y="2702986"/>
                </a:cubicBezTo>
                <a:cubicBezTo>
                  <a:pt x="3816078" y="2748641"/>
                  <a:pt x="3843086" y="2785294"/>
                  <a:pt x="3876524" y="2818089"/>
                </a:cubicBezTo>
                <a:cubicBezTo>
                  <a:pt x="3917034" y="2857314"/>
                  <a:pt x="3959476" y="2894611"/>
                  <a:pt x="4003201" y="2931907"/>
                </a:cubicBezTo>
                <a:cubicBezTo>
                  <a:pt x="3956261" y="2921618"/>
                  <a:pt x="3909319" y="2911330"/>
                  <a:pt x="3862377" y="2902971"/>
                </a:cubicBezTo>
                <a:cubicBezTo>
                  <a:pt x="3883596" y="2977562"/>
                  <a:pt x="3933110" y="2992353"/>
                  <a:pt x="3977480" y="3003927"/>
                </a:cubicBezTo>
                <a:cubicBezTo>
                  <a:pt x="4037283" y="3018716"/>
                  <a:pt x="4094512" y="3037365"/>
                  <a:pt x="4151101" y="3058585"/>
                </a:cubicBezTo>
                <a:cubicBezTo>
                  <a:pt x="4174892" y="3079805"/>
                  <a:pt x="4198685" y="3100383"/>
                  <a:pt x="4221834" y="3122245"/>
                </a:cubicBezTo>
                <a:cubicBezTo>
                  <a:pt x="4245627" y="3144753"/>
                  <a:pt x="4268133" y="3167259"/>
                  <a:pt x="4290640" y="3191050"/>
                </a:cubicBezTo>
                <a:cubicBezTo>
                  <a:pt x="4306715" y="3208411"/>
                  <a:pt x="4326006" y="3223203"/>
                  <a:pt x="4307359" y="3252781"/>
                </a:cubicBezTo>
                <a:cubicBezTo>
                  <a:pt x="4298999" y="3266285"/>
                  <a:pt x="4353655" y="3339593"/>
                  <a:pt x="4371019" y="3344093"/>
                </a:cubicBezTo>
                <a:cubicBezTo>
                  <a:pt x="4373591" y="3344735"/>
                  <a:pt x="4376162" y="3345380"/>
                  <a:pt x="4378091" y="3345380"/>
                </a:cubicBezTo>
                <a:cubicBezTo>
                  <a:pt x="4415389" y="3342808"/>
                  <a:pt x="4423749" y="3364671"/>
                  <a:pt x="4424390" y="3392322"/>
                </a:cubicBezTo>
                <a:cubicBezTo>
                  <a:pt x="4425034" y="3419328"/>
                  <a:pt x="4418604" y="3452766"/>
                  <a:pt x="4469403" y="3439262"/>
                </a:cubicBezTo>
                <a:cubicBezTo>
                  <a:pt x="4475190" y="3437977"/>
                  <a:pt x="4476478" y="3441834"/>
                  <a:pt x="4479048" y="3446336"/>
                </a:cubicBezTo>
                <a:cubicBezTo>
                  <a:pt x="4534350" y="3561439"/>
                  <a:pt x="4627590" y="3650178"/>
                  <a:pt x="4719544" y="3738917"/>
                </a:cubicBezTo>
                <a:cubicBezTo>
                  <a:pt x="4724690" y="3743419"/>
                  <a:pt x="4729833" y="3747920"/>
                  <a:pt x="4734977" y="3752421"/>
                </a:cubicBezTo>
                <a:cubicBezTo>
                  <a:pt x="4638523" y="3729915"/>
                  <a:pt x="4320218" y="3700977"/>
                  <a:pt x="4226978" y="3710624"/>
                </a:cubicBezTo>
                <a:cubicBezTo>
                  <a:pt x="4144027" y="3718984"/>
                  <a:pt x="3675254" y="3578802"/>
                  <a:pt x="3578155" y="3495850"/>
                </a:cubicBezTo>
                <a:cubicBezTo>
                  <a:pt x="3564651" y="3560796"/>
                  <a:pt x="3593587" y="3586517"/>
                  <a:pt x="3616738" y="3616098"/>
                </a:cubicBezTo>
                <a:cubicBezTo>
                  <a:pt x="3649531" y="3657895"/>
                  <a:pt x="3654676" y="3687475"/>
                  <a:pt x="3592944" y="3720913"/>
                </a:cubicBezTo>
                <a:cubicBezTo>
                  <a:pt x="3416109" y="3816082"/>
                  <a:pt x="3418038" y="3819297"/>
                  <a:pt x="3583942" y="3948546"/>
                </a:cubicBezTo>
                <a:cubicBezTo>
                  <a:pt x="3591659" y="3954335"/>
                  <a:pt x="3587800" y="3972982"/>
                  <a:pt x="3589730" y="3985844"/>
                </a:cubicBezTo>
                <a:cubicBezTo>
                  <a:pt x="3546645" y="4005135"/>
                  <a:pt x="3495846" y="3954978"/>
                  <a:pt x="3444404" y="4008992"/>
                </a:cubicBezTo>
                <a:cubicBezTo>
                  <a:pt x="3666250" y="4246272"/>
                  <a:pt x="4003845" y="4471979"/>
                  <a:pt x="4309931" y="4650101"/>
                </a:cubicBezTo>
                <a:cubicBezTo>
                  <a:pt x="4062362" y="4708617"/>
                  <a:pt x="3913819" y="4502845"/>
                  <a:pt x="3731840" y="4529209"/>
                </a:cubicBezTo>
                <a:cubicBezTo>
                  <a:pt x="3641172" y="4593512"/>
                  <a:pt x="3911247" y="4697685"/>
                  <a:pt x="3653390" y="4727908"/>
                </a:cubicBezTo>
                <a:cubicBezTo>
                  <a:pt x="3765278" y="4784495"/>
                  <a:pt x="3848230" y="4839796"/>
                  <a:pt x="3925393" y="4904742"/>
                </a:cubicBezTo>
                <a:cubicBezTo>
                  <a:pt x="4062362" y="5021132"/>
                  <a:pt x="4089368" y="5098297"/>
                  <a:pt x="4026352" y="5254555"/>
                </a:cubicBezTo>
                <a:cubicBezTo>
                  <a:pt x="3984554" y="5357440"/>
                  <a:pt x="3924108" y="5451967"/>
                  <a:pt x="3977480" y="5574787"/>
                </a:cubicBezTo>
                <a:cubicBezTo>
                  <a:pt x="4014133" y="5659024"/>
                  <a:pt x="3999986" y="5714325"/>
                  <a:pt x="3861090" y="5676385"/>
                </a:cubicBezTo>
                <a:cubicBezTo>
                  <a:pt x="3711264" y="5635875"/>
                  <a:pt x="3654676" y="5711753"/>
                  <a:pt x="3692615" y="5859008"/>
                </a:cubicBezTo>
                <a:cubicBezTo>
                  <a:pt x="3717051" y="5953535"/>
                  <a:pt x="3691328" y="5983115"/>
                  <a:pt x="3588443" y="5972183"/>
                </a:cubicBezTo>
                <a:cubicBezTo>
                  <a:pt x="3474625" y="5959965"/>
                  <a:pt x="3366596" y="5898233"/>
                  <a:pt x="3225771" y="5927814"/>
                </a:cubicBezTo>
                <a:cubicBezTo>
                  <a:pt x="3338301" y="6100148"/>
                  <a:pt x="3578798" y="6051276"/>
                  <a:pt x="3709977" y="6215251"/>
                </a:cubicBezTo>
                <a:cubicBezTo>
                  <a:pt x="3553719" y="6215893"/>
                  <a:pt x="3434115" y="6215251"/>
                  <a:pt x="3318367" y="6179240"/>
                </a:cubicBezTo>
                <a:cubicBezTo>
                  <a:pt x="3270140" y="6164451"/>
                  <a:pt x="3217411" y="6149662"/>
                  <a:pt x="3190403" y="6199174"/>
                </a:cubicBezTo>
                <a:cubicBezTo>
                  <a:pt x="3158252" y="6258978"/>
                  <a:pt x="3223841" y="6281484"/>
                  <a:pt x="3263066" y="6292415"/>
                </a:cubicBezTo>
                <a:cubicBezTo>
                  <a:pt x="3373669" y="6322638"/>
                  <a:pt x="3458550" y="6394014"/>
                  <a:pt x="3550504" y="6449958"/>
                </a:cubicBezTo>
                <a:cubicBezTo>
                  <a:pt x="3726616" y="6557427"/>
                  <a:pt x="3917990" y="6649139"/>
                  <a:pt x="4077239" y="6805655"/>
                </a:cubicBezTo>
                <a:lnTo>
                  <a:pt x="4125813" y="6858000"/>
                </a:lnTo>
                <a:lnTo>
                  <a:pt x="4084568" y="6858000"/>
                </a:lnTo>
                <a:lnTo>
                  <a:pt x="3991456" y="6828025"/>
                </a:lnTo>
                <a:cubicBezTo>
                  <a:pt x="3846743" y="6771357"/>
                  <a:pt x="3719301" y="6699136"/>
                  <a:pt x="3569795" y="6680810"/>
                </a:cubicBezTo>
                <a:cubicBezTo>
                  <a:pt x="3613040" y="6726948"/>
                  <a:pt x="3659338" y="6769067"/>
                  <a:pt x="3707747" y="6808392"/>
                </a:cubicBezTo>
                <a:lnTo>
                  <a:pt x="377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8F0CC1-4E51-68DE-B101-6BD577ED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838" y="2878371"/>
            <a:ext cx="5938962" cy="1463145"/>
          </a:xfrm>
        </p:spPr>
        <p:txBody>
          <a:bodyPr anchor="b">
            <a:normAutofit/>
          </a:bodyPr>
          <a:lstStyle/>
          <a:p>
            <a:r>
              <a:rPr lang="en-US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2199-2772-2407-3D17-9F3F13F4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837" y="4502384"/>
            <a:ext cx="5938962" cy="1636024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STM32F746 Datasheet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ESP32 Documentation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Firebase Realtime Database Docs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Embedded Systems textbooks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20D2-70C6-9FAA-A50B-AA0BF64D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3013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470</Words>
  <Application>Microsoft Office PowerPoint</Application>
  <PresentationFormat>Widescreen</PresentationFormat>
  <Paragraphs>138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Century Gothic</vt:lpstr>
      <vt:lpstr>Symbol</vt:lpstr>
      <vt:lpstr>BrushVTI</vt:lpstr>
      <vt:lpstr>FreeRTOS-Based Smart Energy Monitoring and Billing System</vt:lpstr>
      <vt:lpstr>Table of Contents</vt:lpstr>
      <vt:lpstr>Problem Statement</vt:lpstr>
      <vt:lpstr>Proposed Solution</vt:lpstr>
      <vt:lpstr>Block Diagram</vt:lpstr>
      <vt:lpstr>Methodology</vt:lpstr>
      <vt:lpstr>Calculations</vt:lpstr>
      <vt:lpstr>Code Implementation</vt:lpstr>
      <vt:lpstr>STM Code</vt:lpstr>
      <vt:lpstr>ESP32 Side Code</vt:lpstr>
      <vt:lpstr>Tools and Technologies </vt:lpstr>
      <vt:lpstr>Project  Hardware </vt:lpstr>
      <vt:lpstr>Results</vt:lpstr>
      <vt:lpstr>Results contd. </vt:lpstr>
      <vt:lpstr>Results contd. </vt:lpstr>
      <vt:lpstr>Applications to Society</vt:lpstr>
      <vt:lpstr>Contribution – Awais Asghar</vt:lpstr>
      <vt:lpstr>Contribution – Muhammad Haris</vt:lpstr>
      <vt:lpstr>Contribution – Saad Farooq</vt:lpstr>
      <vt:lpstr>Contribution – Aneeq Ur Rehman</vt:lpstr>
      <vt:lpstr>Key Learnings</vt:lpstr>
      <vt:lpstr>Conclusion</vt:lpstr>
      <vt:lpstr>Audience Questions</vt:lpstr>
      <vt:lpstr>Acknowledgments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Recommender System Using Machine Learning</dc:title>
  <dc:creator>Awais Asghar</dc:creator>
  <cp:lastModifiedBy>Awais Asghar</cp:lastModifiedBy>
  <cp:revision>1</cp:revision>
  <dcterms:created xsi:type="dcterms:W3CDTF">2025-12-16T19:22:06Z</dcterms:created>
  <dcterms:modified xsi:type="dcterms:W3CDTF">2025-12-18T14:56:08Z</dcterms:modified>
</cp:coreProperties>
</file>